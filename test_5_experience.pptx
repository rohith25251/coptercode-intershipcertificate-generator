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Arial Bold" panose="020B0704020202020204" pitchFamily="34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34" y="-34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sv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" y="-953"/>
            <a:ext cx="7564374" cy="10698480"/>
          </a:xfrm>
          <a:custGeom>
            <a:avLst/>
            <a:gdLst/>
            <a:ahLst/>
            <a:cxnLst/>
            <a:rect l="l" t="t" r="r" b="b"/>
            <a:pathLst>
              <a:path w="7564374" h="10698480">
                <a:moveTo>
                  <a:pt x="0" y="0"/>
                </a:moveTo>
                <a:lnTo>
                  <a:pt x="7564374" y="0"/>
                </a:lnTo>
                <a:lnTo>
                  <a:pt x="7564374" y="10698481"/>
                </a:lnTo>
                <a:lnTo>
                  <a:pt x="0" y="1069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6" y="-76"/>
            <a:ext cx="7566660" cy="10700766"/>
          </a:xfrm>
          <a:custGeom>
            <a:avLst/>
            <a:gdLst/>
            <a:ahLst/>
            <a:cxnLst/>
            <a:rect l="l" t="t" r="r" b="b"/>
            <a:pathLst>
              <a:path w="7566660" h="10700766">
                <a:moveTo>
                  <a:pt x="0" y="0"/>
                </a:moveTo>
                <a:lnTo>
                  <a:pt x="7566660" y="0"/>
                </a:lnTo>
                <a:lnTo>
                  <a:pt x="7566660" y="10700766"/>
                </a:lnTo>
                <a:lnTo>
                  <a:pt x="0" y="10700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581488" y="-1151601"/>
            <a:ext cx="5280660" cy="3703320"/>
            <a:chOff x="0" y="0"/>
            <a:chExt cx="7040880" cy="4937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761511" y="-1093280"/>
            <a:ext cx="5280660" cy="3703320"/>
            <a:chOff x="0" y="0"/>
            <a:chExt cx="7040880" cy="4937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399124" y="-1304820"/>
            <a:ext cx="5280660" cy="3703320"/>
            <a:chOff x="0" y="0"/>
            <a:chExt cx="7040880" cy="4937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467160" y="-1431103"/>
            <a:ext cx="5280660" cy="3703320"/>
            <a:chOff x="0" y="0"/>
            <a:chExt cx="7040880" cy="4937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61457" y="-3496"/>
            <a:ext cx="406908" cy="342900"/>
            <a:chOff x="0" y="0"/>
            <a:chExt cx="542544" cy="457200"/>
          </a:xfrm>
        </p:grpSpPr>
        <p:sp>
          <p:nvSpPr>
            <p:cNvPr id="13" name="Freeform 13"/>
            <p:cNvSpPr/>
            <p:nvPr/>
          </p:nvSpPr>
          <p:spPr>
            <a:xfrm>
              <a:off x="241" y="597"/>
              <a:ext cx="542061" cy="456006"/>
            </a:xfrm>
            <a:custGeom>
              <a:avLst/>
              <a:gdLst/>
              <a:ahLst/>
              <a:cxnLst/>
              <a:rect l="l" t="t" r="r" b="b"/>
              <a:pathLst>
                <a:path w="542061" h="456006">
                  <a:moveTo>
                    <a:pt x="0" y="0"/>
                  </a:moveTo>
                  <a:lnTo>
                    <a:pt x="542062" y="0"/>
                  </a:lnTo>
                  <a:lnTo>
                    <a:pt x="542062" y="456006"/>
                  </a:lnTo>
                  <a:lnTo>
                    <a:pt x="0" y="4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4" t="-130" r="-44" b="-13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-3048" y="2315718"/>
            <a:ext cx="7571232" cy="5109210"/>
            <a:chOff x="0" y="0"/>
            <a:chExt cx="10094976" cy="6812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94976" cy="6812280"/>
            </a:xfrm>
            <a:custGeom>
              <a:avLst/>
              <a:gdLst/>
              <a:ahLst/>
              <a:cxnLst/>
              <a:rect l="l" t="t" r="r" b="b"/>
              <a:pathLst>
                <a:path w="10094976" h="6812280">
                  <a:moveTo>
                    <a:pt x="0" y="0"/>
                  </a:moveTo>
                  <a:lnTo>
                    <a:pt x="10094976" y="0"/>
                  </a:lnTo>
                  <a:lnTo>
                    <a:pt x="10094976" y="6812280"/>
                  </a:lnTo>
                  <a:lnTo>
                    <a:pt x="0" y="6812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-118586" y="7717603"/>
            <a:ext cx="1913382" cy="1913382"/>
            <a:chOff x="0" y="0"/>
            <a:chExt cx="2551176" cy="2551176"/>
          </a:xfrm>
        </p:grpSpPr>
        <p:sp>
          <p:nvSpPr>
            <p:cNvPr id="17" name="Freeform 17"/>
            <p:cNvSpPr/>
            <p:nvPr/>
          </p:nvSpPr>
          <p:spPr>
            <a:xfrm>
              <a:off x="241" y="241"/>
              <a:ext cx="2550693" cy="2550693"/>
            </a:xfrm>
            <a:custGeom>
              <a:avLst/>
              <a:gdLst/>
              <a:ahLst/>
              <a:cxnLst/>
              <a:rect l="l" t="t" r="r" b="b"/>
              <a:pathLst>
                <a:path w="2550693" h="2550693">
                  <a:moveTo>
                    <a:pt x="0" y="310680"/>
                  </a:moveTo>
                  <a:lnTo>
                    <a:pt x="2240014" y="0"/>
                  </a:lnTo>
                  <a:lnTo>
                    <a:pt x="2550694" y="2240014"/>
                  </a:lnTo>
                  <a:lnTo>
                    <a:pt x="310680" y="2550694"/>
                  </a:lnTo>
                  <a:lnTo>
                    <a:pt x="0" y="310680"/>
                  </a:lnTo>
                  <a:close/>
                </a:path>
              </a:pathLst>
            </a:custGeom>
            <a:blipFill>
              <a:blip r:embed="rId10"/>
              <a:stretch>
                <a:fillRect l="-9" t="-9" r="-9" b="-9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258061" y="9077525"/>
            <a:ext cx="2578608" cy="157734"/>
          </a:xfrm>
          <a:custGeom>
            <a:avLst/>
            <a:gdLst/>
            <a:ahLst/>
            <a:cxnLst/>
            <a:rect l="l" t="t" r="r" b="b"/>
            <a:pathLst>
              <a:path w="2578608" h="157734">
                <a:moveTo>
                  <a:pt x="0" y="0"/>
                </a:moveTo>
                <a:lnTo>
                  <a:pt x="2578608" y="0"/>
                </a:lnTo>
                <a:lnTo>
                  <a:pt x="2578608" y="157734"/>
                </a:lnTo>
                <a:lnTo>
                  <a:pt x="0" y="157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6543" y="5044621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56543" y="5425764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56543" y="5616331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56543" y="5806907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5355088" y="-1319212"/>
            <a:ext cx="5280660" cy="3703320"/>
            <a:chOff x="0" y="0"/>
            <a:chExt cx="7040880" cy="49377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6399257" y="141799"/>
            <a:ext cx="1115568" cy="1115568"/>
            <a:chOff x="0" y="0"/>
            <a:chExt cx="1487424" cy="14874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87424" cy="1487424"/>
            </a:xfrm>
            <a:custGeom>
              <a:avLst/>
              <a:gdLst/>
              <a:ahLst/>
              <a:cxnLst/>
              <a:rect l="l" t="t" r="r" b="b"/>
              <a:pathLst>
                <a:path w="1487424" h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1487424"/>
                  </a:lnTo>
                  <a:lnTo>
                    <a:pt x="0" y="1487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-762" y="10381031"/>
            <a:ext cx="7566660" cy="317754"/>
            <a:chOff x="0" y="0"/>
            <a:chExt cx="10088880" cy="4236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88880" cy="423672"/>
            </a:xfrm>
            <a:custGeom>
              <a:avLst/>
              <a:gdLst/>
              <a:ahLst/>
              <a:cxnLst/>
              <a:rect l="l" t="t" r="r" b="b"/>
              <a:pathLst>
                <a:path w="10088880" h="423672">
                  <a:moveTo>
                    <a:pt x="0" y="0"/>
                  </a:moveTo>
                  <a:lnTo>
                    <a:pt x="10088880" y="0"/>
                  </a:lnTo>
                  <a:lnTo>
                    <a:pt x="10088880" y="423672"/>
                  </a:lnTo>
                  <a:lnTo>
                    <a:pt x="0" y="42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6" t="-125" r="-18677" b="-1553111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5353393" y="-221456"/>
            <a:ext cx="5278374" cy="2610612"/>
            <a:chOff x="29742010" y="-1229307"/>
            <a:chExt cx="29322420" cy="14501381"/>
          </a:xfrm>
        </p:grpSpPr>
        <p:sp>
          <p:nvSpPr>
            <p:cNvPr id="31" name="Freeform 31"/>
            <p:cNvSpPr/>
            <p:nvPr/>
          </p:nvSpPr>
          <p:spPr>
            <a:xfrm>
              <a:off x="7" y="-2"/>
              <a:ext cx="29322408" cy="14501385"/>
            </a:xfrm>
            <a:custGeom>
              <a:avLst/>
              <a:gdLst/>
              <a:ahLst/>
              <a:cxnLst/>
              <a:rect l="l" t="t" r="r" b="b"/>
              <a:pathLst>
                <a:path w="29322408" h="14501385">
                  <a:moveTo>
                    <a:pt x="29322408" y="0"/>
                  </a:moveTo>
                  <a:lnTo>
                    <a:pt x="29322408" y="14501385"/>
                  </a:lnTo>
                  <a:lnTo>
                    <a:pt x="0" y="14501385"/>
                  </a:lnTo>
                  <a:lnTo>
                    <a:pt x="0" y="0"/>
                  </a:lnTo>
                  <a:lnTo>
                    <a:pt x="2932240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465426" y="-333308"/>
            <a:ext cx="5278374" cy="2610612"/>
            <a:chOff x="30364413" y="-1850697"/>
            <a:chExt cx="29322420" cy="14501381"/>
          </a:xfrm>
        </p:grpSpPr>
        <p:sp>
          <p:nvSpPr>
            <p:cNvPr id="33" name="Freeform 33"/>
            <p:cNvSpPr/>
            <p:nvPr/>
          </p:nvSpPr>
          <p:spPr>
            <a:xfrm>
              <a:off x="3" y="3"/>
              <a:ext cx="29322421" cy="14501373"/>
            </a:xfrm>
            <a:custGeom>
              <a:avLst/>
              <a:gdLst/>
              <a:ahLst/>
              <a:cxnLst/>
              <a:rect l="l" t="t" r="r" b="b"/>
              <a:pathLst>
                <a:path w="29322421" h="14501373">
                  <a:moveTo>
                    <a:pt x="29322421" y="0"/>
                  </a:moveTo>
                  <a:lnTo>
                    <a:pt x="29322421" y="14501372"/>
                  </a:lnTo>
                  <a:lnTo>
                    <a:pt x="0" y="14501372"/>
                  </a:lnTo>
                  <a:lnTo>
                    <a:pt x="0" y="0"/>
                  </a:lnTo>
                  <a:lnTo>
                    <a:pt x="2932242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5579707" y="-53902"/>
            <a:ext cx="5278374" cy="2610612"/>
            <a:chOff x="30999317" y="-298461"/>
            <a:chExt cx="29322420" cy="14501381"/>
          </a:xfrm>
        </p:grpSpPr>
        <p:sp>
          <p:nvSpPr>
            <p:cNvPr id="35" name="Freeform 35"/>
            <p:cNvSpPr/>
            <p:nvPr/>
          </p:nvSpPr>
          <p:spPr>
            <a:xfrm>
              <a:off x="0" y="-2"/>
              <a:ext cx="29322421" cy="14501385"/>
            </a:xfrm>
            <a:custGeom>
              <a:avLst/>
              <a:gdLst/>
              <a:ahLst/>
              <a:cxnLst/>
              <a:rect l="l" t="t" r="r" b="b"/>
              <a:pathLst>
                <a:path w="29322421" h="14501385">
                  <a:moveTo>
                    <a:pt x="29322421" y="0"/>
                  </a:moveTo>
                  <a:lnTo>
                    <a:pt x="29322421" y="14501385"/>
                  </a:lnTo>
                  <a:lnTo>
                    <a:pt x="0" y="14501385"/>
                  </a:lnTo>
                  <a:lnTo>
                    <a:pt x="0" y="0"/>
                  </a:lnTo>
                  <a:lnTo>
                    <a:pt x="2932242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5759663" y="4391"/>
            <a:ext cx="5278374" cy="2610612"/>
            <a:chOff x="31999065" y="25418"/>
            <a:chExt cx="29322420" cy="14501381"/>
          </a:xfrm>
        </p:grpSpPr>
        <p:sp>
          <p:nvSpPr>
            <p:cNvPr id="37" name="Freeform 37"/>
            <p:cNvSpPr/>
            <p:nvPr/>
          </p:nvSpPr>
          <p:spPr>
            <a:xfrm>
              <a:off x="-5" y="-5"/>
              <a:ext cx="29322419" cy="14501386"/>
            </a:xfrm>
            <a:custGeom>
              <a:avLst/>
              <a:gdLst/>
              <a:ahLst/>
              <a:cxnLst/>
              <a:rect l="l" t="t" r="r" b="b"/>
              <a:pathLst>
                <a:path w="29322419" h="14501386">
                  <a:moveTo>
                    <a:pt x="29322420" y="0"/>
                  </a:moveTo>
                  <a:lnTo>
                    <a:pt x="29322420" y="14501387"/>
                  </a:lnTo>
                  <a:lnTo>
                    <a:pt x="0" y="14501387"/>
                  </a:lnTo>
                  <a:lnTo>
                    <a:pt x="0" y="0"/>
                  </a:lnTo>
                  <a:lnTo>
                    <a:pt x="293224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397038" y="-207074"/>
            <a:ext cx="5278374" cy="2610612"/>
            <a:chOff x="35540021" y="-1149389"/>
            <a:chExt cx="29322420" cy="14501381"/>
          </a:xfrm>
        </p:grpSpPr>
        <p:sp>
          <p:nvSpPr>
            <p:cNvPr id="39" name="Freeform 39"/>
            <p:cNvSpPr/>
            <p:nvPr/>
          </p:nvSpPr>
          <p:spPr>
            <a:xfrm>
              <a:off x="2" y="1"/>
              <a:ext cx="29322419" cy="14501385"/>
            </a:xfrm>
            <a:custGeom>
              <a:avLst/>
              <a:gdLst/>
              <a:ahLst/>
              <a:cxnLst/>
              <a:rect l="l" t="t" r="r" b="b"/>
              <a:pathLst>
                <a:path w="29322419" h="14501385">
                  <a:moveTo>
                    <a:pt x="29322419" y="0"/>
                  </a:moveTo>
                  <a:lnTo>
                    <a:pt x="29322419" y="14501385"/>
                  </a:lnTo>
                  <a:lnTo>
                    <a:pt x="0" y="14501385"/>
                  </a:lnTo>
                  <a:lnTo>
                    <a:pt x="0" y="0"/>
                  </a:lnTo>
                  <a:lnTo>
                    <a:pt x="293224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104126" y="-1317669"/>
            <a:ext cx="4510278" cy="5884164"/>
            <a:chOff x="39469095" y="-7314238"/>
            <a:chExt cx="25053671" cy="32677468"/>
          </a:xfrm>
        </p:grpSpPr>
        <p:sp>
          <p:nvSpPr>
            <p:cNvPr id="41" name="Freeform 41"/>
            <p:cNvSpPr/>
            <p:nvPr/>
          </p:nvSpPr>
          <p:spPr>
            <a:xfrm>
              <a:off x="3" y="3"/>
              <a:ext cx="25053674" cy="32677469"/>
            </a:xfrm>
            <a:custGeom>
              <a:avLst/>
              <a:gdLst/>
              <a:ahLst/>
              <a:cxnLst/>
              <a:rect l="l" t="t" r="r" b="b"/>
              <a:pathLst>
                <a:path w="25053674" h="32677469">
                  <a:moveTo>
                    <a:pt x="25053674" y="0"/>
                  </a:moveTo>
                  <a:lnTo>
                    <a:pt x="25053674" y="32677469"/>
                  </a:lnTo>
                  <a:lnTo>
                    <a:pt x="0" y="32677469"/>
                  </a:lnTo>
                  <a:lnTo>
                    <a:pt x="0" y="0"/>
                  </a:lnTo>
                  <a:lnTo>
                    <a:pt x="250536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336347" y="9138085"/>
            <a:ext cx="2420874" cy="38862"/>
            <a:chOff x="1873238" y="50769245"/>
            <a:chExt cx="13440004" cy="211671"/>
          </a:xfrm>
        </p:grpSpPr>
        <p:sp>
          <p:nvSpPr>
            <p:cNvPr id="43" name="Freeform 43"/>
            <p:cNvSpPr/>
            <p:nvPr/>
          </p:nvSpPr>
          <p:spPr>
            <a:xfrm>
              <a:off x="-1" y="-6"/>
              <a:ext cx="13440006" cy="211674"/>
            </a:xfrm>
            <a:custGeom>
              <a:avLst/>
              <a:gdLst/>
              <a:ahLst/>
              <a:cxnLst/>
              <a:rect l="l" t="t" r="r" b="b"/>
              <a:pathLst>
                <a:path w="13440006" h="211674">
                  <a:moveTo>
                    <a:pt x="13440005" y="0"/>
                  </a:moveTo>
                  <a:lnTo>
                    <a:pt x="13440005" y="211674"/>
                  </a:lnTo>
                  <a:lnTo>
                    <a:pt x="0" y="211674"/>
                  </a:lnTo>
                  <a:lnTo>
                    <a:pt x="0" y="0"/>
                  </a:lnTo>
                  <a:lnTo>
                    <a:pt x="1344000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4220737" y="10380888"/>
            <a:ext cx="4510278" cy="5884164"/>
            <a:chOff x="23450242" y="57677739"/>
            <a:chExt cx="25053671" cy="32677468"/>
          </a:xfrm>
        </p:grpSpPr>
        <p:sp>
          <p:nvSpPr>
            <p:cNvPr id="45" name="Freeform 45"/>
            <p:cNvSpPr/>
            <p:nvPr/>
          </p:nvSpPr>
          <p:spPr>
            <a:xfrm>
              <a:off x="3" y="-1"/>
              <a:ext cx="25053672" cy="32677467"/>
            </a:xfrm>
            <a:custGeom>
              <a:avLst/>
              <a:gdLst/>
              <a:ahLst/>
              <a:cxnLst/>
              <a:rect l="l" t="t" r="r" b="b"/>
              <a:pathLst>
                <a:path w="25053672" h="32677467">
                  <a:moveTo>
                    <a:pt x="25053672" y="0"/>
                  </a:moveTo>
                  <a:lnTo>
                    <a:pt x="25053672" y="32677467"/>
                  </a:lnTo>
                  <a:lnTo>
                    <a:pt x="0" y="32677467"/>
                  </a:lnTo>
                  <a:lnTo>
                    <a:pt x="0" y="0"/>
                  </a:lnTo>
                  <a:lnTo>
                    <a:pt x="250536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320675" y="10424160"/>
            <a:ext cx="1457430" cy="176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+91 8072193600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9855" y="1476004"/>
            <a:ext cx="2347189" cy="852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HUMAN RESOURCES DEPARTMENT</a:t>
            </a:r>
          </a:p>
          <a:p>
            <a:pPr algn="l">
              <a:lnSpc>
                <a:spcPts val="1260"/>
              </a:lnSpc>
            </a:pPr>
            <a:r>
              <a:rPr lang="en-US" sz="900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hr@coptercode.co.in</a:t>
            </a:r>
          </a:p>
          <a:p>
            <a:pPr algn="l">
              <a:lnSpc>
                <a:spcPts val="1277"/>
              </a:lnSpc>
            </a:pPr>
            <a:r>
              <a:rPr lang="en-US" sz="912" b="1" spc="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www.Coptercode.co.in</a:t>
            </a:r>
          </a:p>
          <a:p>
            <a:pPr algn="l">
              <a:lnSpc>
                <a:spcPts val="1120"/>
              </a:lnSpc>
            </a:pPr>
            <a:r>
              <a:rPr lang="en-US" sz="800" b="1" spc="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+91 8072193600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886154" y="10424160"/>
            <a:ext cx="1784191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www.Coptercode.co.in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03313" y="10424160"/>
            <a:ext cx="1658144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hr@coptercode.co.in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59854" y="1169946"/>
            <a:ext cx="1434761" cy="233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dirty="0">
                <a:solidFill>
                  <a:srgbClr val="6A3C2C"/>
                </a:solidFill>
                <a:latin typeface="Arial Bold"/>
                <a:ea typeface="Arial Bold"/>
                <a:cs typeface="Arial Bold"/>
                <a:sym typeface="Arial Bold"/>
              </a:rPr>
              <a:t>COPTERCODE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7309" y="9244584"/>
            <a:ext cx="2560320" cy="91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5"/>
              </a:lnSpc>
              <a:defRPr sz="909"/>
            </a:pPr>
            <a:r>
              <a:rPr sz="909"/>
              <a:t>BEST REGARDS,</a:t>
            </a:r>
          </a:p>
          <a:p>
            <a:pPr>
              <a:defRPr sz="909"/>
            </a:pPr>
            <a:r>
              <a:rPr sz="909"/>
              <a:t>KARTHIKEYAN SUNDHARESAN,</a:t>
            </a:r>
          </a:p>
          <a:p>
            <a:pPr>
              <a:defRPr sz="909"/>
            </a:pPr>
            <a:r>
              <a:rPr sz="909"/>
              <a:t>HR TEAM HEAD,</a:t>
            </a:r>
          </a:p>
          <a:p>
            <a:pPr>
              <a:defRPr sz="909"/>
            </a:pPr>
            <a:r>
              <a:rPr sz="909"/>
              <a:t>COPTER CODE.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71923" y="8353530"/>
            <a:ext cx="1442561" cy="21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Authorized Signatory,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71923" y="4170474"/>
            <a:ext cx="6955326" cy="78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1"/>
              </a:lnSpc>
            </a:pPr>
            <a:r>
              <a:rPr lang="en-US" sz="1188" spc="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During the internship, </a:t>
            </a:r>
            <a:r>
              <a:rPr lang="en-US" sz="1188" b="1" spc="1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&lt;&lt;NAME&gt;&gt; </a:t>
            </a:r>
            <a:r>
              <a:rPr lang="en-US" sz="1188" spc="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worked with our engineering and R&amp;D teams as a Software Developer Intern as well as a &lt;&lt;DOMAIN&gt;&gt;.</a:t>
            </a:r>
          </a:p>
          <a:p>
            <a:pPr algn="l" rtl="1">
              <a:lnSpc>
                <a:spcPts val="1501"/>
              </a:lnSpc>
            </a:pPr>
            <a:endParaRPr lang="en-US" sz="1188" spc="1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responsibilities and contributions included: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28602" y="4932769"/>
            <a:ext cx="6693589" cy="116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Developing frontend and backend components of web applications using appropriate technologies and frameworks.</a:t>
            </a:r>
          </a:p>
          <a:p>
            <a:pPr algn="l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Designing user-friendly interfaces and implementing scalable backend services.</a:t>
            </a:r>
          </a:p>
          <a:p>
            <a:pPr algn="l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Integrating databases, APIs, and third-party services.</a:t>
            </a:r>
          </a:p>
          <a:p>
            <a:pPr algn="l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Debugging, testing, and optimizing code to ensure performance and reliability. Collaborating effectively with team members to deliver project milestones on time.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923" y="6266764"/>
            <a:ext cx="6955326" cy="1352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01"/>
              </a:lnSpc>
            </a:pPr>
            <a:r>
              <a:rPr lang="en-US" sz="118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Throughout the internship, </a:t>
            </a:r>
            <a:r>
              <a:rPr lang="en-US" sz="1188" b="1" spc="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&lt;&lt;NAME&gt;&gt; </a:t>
            </a:r>
            <a:r>
              <a:rPr lang="en-US" sz="118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demonstrated strong technical aptitude, eagerness to learn, and a professional attitude. The contributions to the assigned projects were valuable and appreciated.</a:t>
            </a:r>
          </a:p>
          <a:p>
            <a:pPr algn="just" rtl="1">
              <a:lnSpc>
                <a:spcPts val="1501"/>
              </a:lnSpc>
            </a:pPr>
            <a:endParaRPr lang="en-US" sz="1188" spc="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thank</a:t>
            </a:r>
            <a:r>
              <a:rPr lang="en-US" sz="11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&lt;&lt;NAME&gt;&gt;</a:t>
            </a: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efforts during the tenure at CopterCode and wish continued success in all future endeavours.</a:t>
            </a:r>
          </a:p>
          <a:p>
            <a:pPr algn="just" rtl="1">
              <a:lnSpc>
                <a:spcPts val="1501"/>
              </a:lnSpc>
            </a:pPr>
            <a:endParaRPr lang="en-US" sz="11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1501"/>
              </a:lnSpc>
            </a:pPr>
            <a:r>
              <a:rPr lang="en-US" sz="11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verification of this certificate, please contact our HR department at hr@coptercode.co.in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1923" y="2546334"/>
            <a:ext cx="6955279" cy="59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to certify that 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&lt;&lt;NAME&gt;&gt;, from the Department of &lt;&lt;DEPARTMENT&gt;&gt;, &lt;&lt;INSTITUTION&gt;&gt;, has successfully completed a internship and live project program at </a:t>
            </a:r>
            <a:r>
              <a:rPr lang="en-US" sz="1188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CopterCode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, &lt;&lt;BATCH &gt;&gt; </a:t>
            </a: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field of &lt;&lt;DOMAIN&gt;&gt;.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88781" y="3392419"/>
            <a:ext cx="6472676" cy="25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3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INTERN – &lt;&lt;INTERNSHIP &amp; LIVE PROJECT AREA&gt;&gt;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29846" y="1746590"/>
            <a:ext cx="1119188" cy="15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DATE: &lt;&lt;DATE&gt;&gt;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47518" y="772087"/>
            <a:ext cx="2593340" cy="27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EXPERIENCE CERTIFICATE</a:t>
            </a:r>
          </a:p>
        </p:txBody>
      </p:sp>
      <p:sp>
        <p:nvSpPr>
          <p:cNvPr id="60" name="AutoShape 60"/>
          <p:cNvSpPr/>
          <p:nvPr/>
        </p:nvSpPr>
        <p:spPr>
          <a:xfrm>
            <a:off x="2592424" y="1022594"/>
            <a:ext cx="2548434" cy="257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TextBox 61"/>
          <p:cNvSpPr txBox="1"/>
          <p:nvPr/>
        </p:nvSpPr>
        <p:spPr>
          <a:xfrm>
            <a:off x="5536282" y="9070071"/>
            <a:ext cx="7052796" cy="19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21"/>
              </a:lnSpc>
            </a:pP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&lt;&lt;QR&gt;&gt;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template</dc:title>
  <cp:lastModifiedBy>Rohith Prakasam</cp:lastModifiedBy>
  <cp:revision>2</cp:revision>
  <dcterms:created xsi:type="dcterms:W3CDTF">2006-08-16T00:00:00Z</dcterms:created>
  <dcterms:modified xsi:type="dcterms:W3CDTF">2026-07-11T09:34:07Z</dcterms:modified>
  <dc:identifier>DAHOuFZYPds</dc:identifier>
</cp:coreProperties>
</file>