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svg" ContentType="image/svg+xml"/>
  <Override PartName="/ppt/media/image14.svg" ContentType="image/svg+xml"/>
  <Override PartName="/ppt/media/image15.svg" ContentType="image/svg+xml"/>
  <Override PartName="/ppt/media/image16.svg" ContentType="image/svg+xml"/>
  <Override PartName="/ppt/media/image17.svg" ContentType="image/svg+xml"/>
  <Override PartName="/ppt/media/image18.svg" ContentType="image/svg+xml"/>
  <Override PartName="/ppt/media/image19.svg" ContentType="image/svg+xml"/>
  <Override PartName="/ppt/media/image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Arial Bold" panose="020B0704020202020204" pitchFamily="34" charset="0"/>
      <p:regular r:id="rId3"/>
      <p:bold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100" d="100"/>
          <a:sy n="100" d="100"/>
        </p:scale>
        <p:origin x="134" y="60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font" Target="fonts/font1.fntdata"/><Relationship Id="rId4" Type="http://schemas.openxmlformats.org/officeDocument/2006/relationships/font" Target="fonts/font2.fntdata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sv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svg"/><Relationship Id="rId16" Type="http://schemas.openxmlformats.org/officeDocument/2006/relationships/image" Target="../media/image15.svg"/><Relationship Id="rId17" Type="http://schemas.openxmlformats.org/officeDocument/2006/relationships/image" Target="../media/image16.svg"/><Relationship Id="rId18" Type="http://schemas.openxmlformats.org/officeDocument/2006/relationships/image" Target="../media/image17.svg"/><Relationship Id="rId19" Type="http://schemas.openxmlformats.org/officeDocument/2006/relationships/image" Target="../media/image18.svg"/><Relationship Id="rId20" Type="http://schemas.openxmlformats.org/officeDocument/2006/relationships/image" Target="../media/image1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62" y="-953"/>
            <a:ext cx="7564374" cy="10698480"/>
          </a:xfrm>
          <a:custGeom>
            <a:avLst/>
            <a:gdLst/>
            <a:ahLst/>
            <a:cxnLst/>
            <a:rect l="l" t="t" r="r" b="b"/>
            <a:pathLst>
              <a:path w="7564374" h="10698480">
                <a:moveTo>
                  <a:pt x="0" y="0"/>
                </a:moveTo>
                <a:lnTo>
                  <a:pt x="7564374" y="0"/>
                </a:lnTo>
                <a:lnTo>
                  <a:pt x="7564374" y="10698481"/>
                </a:lnTo>
                <a:lnTo>
                  <a:pt x="0" y="106984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3" name="Freeform 3"/>
          <p:cNvSpPr/>
          <p:nvPr/>
        </p:nvSpPr>
        <p:spPr>
          <a:xfrm>
            <a:off x="-476" y="-76"/>
            <a:ext cx="7566660" cy="10700766"/>
          </a:xfrm>
          <a:custGeom>
            <a:avLst/>
            <a:gdLst/>
            <a:ahLst/>
            <a:cxnLst/>
            <a:rect l="l" t="t" r="r" b="b"/>
            <a:pathLst>
              <a:path w="7566660" h="10700766">
                <a:moveTo>
                  <a:pt x="0" y="0"/>
                </a:moveTo>
                <a:lnTo>
                  <a:pt x="7566660" y="0"/>
                </a:lnTo>
                <a:lnTo>
                  <a:pt x="7566660" y="10700766"/>
                </a:lnTo>
                <a:lnTo>
                  <a:pt x="0" y="107007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grpSp>
        <p:nvGrpSpPr>
          <p:cNvPr id="4" name="Group 4"/>
          <p:cNvGrpSpPr/>
          <p:nvPr/>
        </p:nvGrpSpPr>
        <p:grpSpPr>
          <a:xfrm>
            <a:off x="5442309" y="-1608620"/>
            <a:ext cx="4000500" cy="5061204"/>
            <a:chOff x="0" y="0"/>
            <a:chExt cx="5334000" cy="674827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334000" cy="6748272"/>
            </a:xfrm>
            <a:custGeom>
              <a:avLst/>
              <a:gdLst/>
              <a:ahLst/>
              <a:cxnLst/>
              <a:rect l="l" t="t" r="r" b="b"/>
              <a:pathLst>
                <a:path w="5334000" h="6748272">
                  <a:moveTo>
                    <a:pt x="0" y="0"/>
                  </a:moveTo>
                  <a:lnTo>
                    <a:pt x="5334000" y="0"/>
                  </a:lnTo>
                  <a:lnTo>
                    <a:pt x="5334000" y="6748272"/>
                  </a:lnTo>
                  <a:lnTo>
                    <a:pt x="0" y="6748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5607891" y="-1102681"/>
            <a:ext cx="4000500" cy="5061204"/>
            <a:chOff x="0" y="0"/>
            <a:chExt cx="5334000" cy="674827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334000" cy="6748272"/>
            </a:xfrm>
            <a:custGeom>
              <a:avLst/>
              <a:gdLst/>
              <a:ahLst/>
              <a:cxnLst/>
              <a:rect l="l" t="t" r="r" b="b"/>
              <a:pathLst>
                <a:path w="5334000" h="6748272">
                  <a:moveTo>
                    <a:pt x="0" y="0"/>
                  </a:moveTo>
                  <a:lnTo>
                    <a:pt x="5334000" y="0"/>
                  </a:lnTo>
                  <a:lnTo>
                    <a:pt x="5334000" y="6748272"/>
                  </a:lnTo>
                  <a:lnTo>
                    <a:pt x="0" y="6748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5607891" y="-1297086"/>
            <a:ext cx="4000500" cy="5061204"/>
            <a:chOff x="0" y="0"/>
            <a:chExt cx="5334000" cy="67482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334000" cy="6748272"/>
            </a:xfrm>
            <a:custGeom>
              <a:avLst/>
              <a:gdLst/>
              <a:ahLst/>
              <a:cxnLst/>
              <a:rect l="l" t="t" r="r" b="b"/>
              <a:pathLst>
                <a:path w="5334000" h="6748272">
                  <a:moveTo>
                    <a:pt x="0" y="0"/>
                  </a:moveTo>
                  <a:lnTo>
                    <a:pt x="5334000" y="0"/>
                  </a:lnTo>
                  <a:lnTo>
                    <a:pt x="5334000" y="6748272"/>
                  </a:lnTo>
                  <a:lnTo>
                    <a:pt x="0" y="6748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6399124" y="-1169384"/>
            <a:ext cx="5280660" cy="3703320"/>
            <a:chOff x="0" y="0"/>
            <a:chExt cx="7040880" cy="493776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040880" cy="4937760"/>
            </a:xfrm>
            <a:custGeom>
              <a:avLst/>
              <a:gdLst/>
              <a:ahLst/>
              <a:cxnLst/>
              <a:rect l="l" t="t" r="r" b="b"/>
              <a:pathLst>
                <a:path w="7040880" h="4937760">
                  <a:moveTo>
                    <a:pt x="0" y="0"/>
                  </a:moveTo>
                  <a:lnTo>
                    <a:pt x="7040880" y="0"/>
                  </a:lnTo>
                  <a:lnTo>
                    <a:pt x="7040880" y="4937760"/>
                  </a:lnTo>
                  <a:lnTo>
                    <a:pt x="0" y="4937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6363033" y="-1304820"/>
            <a:ext cx="5280660" cy="3703320"/>
            <a:chOff x="0" y="0"/>
            <a:chExt cx="7040880" cy="493776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040880" cy="4937760"/>
            </a:xfrm>
            <a:custGeom>
              <a:avLst/>
              <a:gdLst/>
              <a:ahLst/>
              <a:cxnLst/>
              <a:rect l="l" t="t" r="r" b="b"/>
              <a:pathLst>
                <a:path w="7040880" h="4937760">
                  <a:moveTo>
                    <a:pt x="0" y="0"/>
                  </a:moveTo>
                  <a:lnTo>
                    <a:pt x="7040880" y="0"/>
                  </a:lnTo>
                  <a:lnTo>
                    <a:pt x="7040880" y="4937760"/>
                  </a:lnTo>
                  <a:lnTo>
                    <a:pt x="0" y="4937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5862561" y="-1397718"/>
            <a:ext cx="4000500" cy="5061204"/>
            <a:chOff x="0" y="0"/>
            <a:chExt cx="5334000" cy="674827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334000" cy="6748272"/>
            </a:xfrm>
            <a:custGeom>
              <a:avLst/>
              <a:gdLst/>
              <a:ahLst/>
              <a:cxnLst/>
              <a:rect l="l" t="t" r="r" b="b"/>
              <a:pathLst>
                <a:path w="5334000" h="6748272">
                  <a:moveTo>
                    <a:pt x="0" y="0"/>
                  </a:moveTo>
                  <a:lnTo>
                    <a:pt x="5334000" y="0"/>
                  </a:lnTo>
                  <a:lnTo>
                    <a:pt x="5334000" y="6748272"/>
                  </a:lnTo>
                  <a:lnTo>
                    <a:pt x="0" y="6748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7161457" y="-3496"/>
            <a:ext cx="406908" cy="342900"/>
            <a:chOff x="0" y="0"/>
            <a:chExt cx="542544" cy="457200"/>
          </a:xfrm>
        </p:grpSpPr>
        <p:sp>
          <p:nvSpPr>
            <p:cNvPr id="17" name="Freeform 17"/>
            <p:cNvSpPr/>
            <p:nvPr/>
          </p:nvSpPr>
          <p:spPr>
            <a:xfrm>
              <a:off x="241" y="597"/>
              <a:ext cx="542061" cy="456006"/>
            </a:xfrm>
            <a:custGeom>
              <a:avLst/>
              <a:gdLst/>
              <a:ahLst/>
              <a:cxnLst/>
              <a:rect l="l" t="t" r="r" b="b"/>
              <a:pathLst>
                <a:path w="542061" h="456006">
                  <a:moveTo>
                    <a:pt x="0" y="0"/>
                  </a:moveTo>
                  <a:lnTo>
                    <a:pt x="542062" y="0"/>
                  </a:lnTo>
                  <a:lnTo>
                    <a:pt x="542062" y="456006"/>
                  </a:lnTo>
                  <a:lnTo>
                    <a:pt x="0" y="4560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44" t="-130" r="-44" b="-130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6250981" y="118710"/>
            <a:ext cx="1115568" cy="1115568"/>
            <a:chOff x="0" y="0"/>
            <a:chExt cx="1487424" cy="148742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487424" cy="1487424"/>
            </a:xfrm>
            <a:custGeom>
              <a:avLst/>
              <a:gdLst/>
              <a:ahLst/>
              <a:cxnLst/>
              <a:rect l="l" t="t" r="r" b="b"/>
              <a:pathLst>
                <a:path w="1487424" h="1487424">
                  <a:moveTo>
                    <a:pt x="0" y="0"/>
                  </a:moveTo>
                  <a:lnTo>
                    <a:pt x="1487424" y="0"/>
                  </a:lnTo>
                  <a:lnTo>
                    <a:pt x="1487424" y="1487424"/>
                  </a:lnTo>
                  <a:lnTo>
                    <a:pt x="0" y="14874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-3048" y="2315718"/>
            <a:ext cx="7571232" cy="5109210"/>
            <a:chOff x="0" y="0"/>
            <a:chExt cx="10094976" cy="681228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094976" cy="6812280"/>
            </a:xfrm>
            <a:custGeom>
              <a:avLst/>
              <a:gdLst/>
              <a:ahLst/>
              <a:cxnLst/>
              <a:rect l="l" t="t" r="r" b="b"/>
              <a:pathLst>
                <a:path w="10094976" h="6812280">
                  <a:moveTo>
                    <a:pt x="0" y="0"/>
                  </a:moveTo>
                  <a:lnTo>
                    <a:pt x="10094976" y="0"/>
                  </a:lnTo>
                  <a:lnTo>
                    <a:pt x="10094976" y="6812280"/>
                  </a:lnTo>
                  <a:lnTo>
                    <a:pt x="0" y="6812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>
            <a:off x="-118586" y="7717603"/>
            <a:ext cx="1913382" cy="1913382"/>
            <a:chOff x="0" y="0"/>
            <a:chExt cx="2551176" cy="2551176"/>
          </a:xfrm>
        </p:grpSpPr>
        <p:sp>
          <p:nvSpPr>
            <p:cNvPr id="23" name="Freeform 23"/>
            <p:cNvSpPr/>
            <p:nvPr/>
          </p:nvSpPr>
          <p:spPr>
            <a:xfrm>
              <a:off x="241" y="241"/>
              <a:ext cx="2550693" cy="2550693"/>
            </a:xfrm>
            <a:custGeom>
              <a:avLst/>
              <a:gdLst/>
              <a:ahLst/>
              <a:cxnLst/>
              <a:rect l="l" t="t" r="r" b="b"/>
              <a:pathLst>
                <a:path w="2550693" h="2550693">
                  <a:moveTo>
                    <a:pt x="0" y="310680"/>
                  </a:moveTo>
                  <a:lnTo>
                    <a:pt x="2240014" y="0"/>
                  </a:lnTo>
                  <a:lnTo>
                    <a:pt x="2550694" y="2240014"/>
                  </a:lnTo>
                  <a:lnTo>
                    <a:pt x="310680" y="2550694"/>
                  </a:lnTo>
                  <a:lnTo>
                    <a:pt x="0" y="310680"/>
                  </a:lnTo>
                  <a:close/>
                </a:path>
              </a:pathLst>
            </a:custGeom>
            <a:blipFill>
              <a:blip r:embed="rId13"/>
              <a:stretch>
                <a:fillRect l="-9" t="-9" r="-9" b="-9"/>
              </a:stretch>
            </a:blipFill>
          </p:spPr>
        </p:sp>
      </p:grpSp>
      <p:grpSp>
        <p:nvGrpSpPr>
          <p:cNvPr id="24" name="Group 24"/>
          <p:cNvGrpSpPr/>
          <p:nvPr/>
        </p:nvGrpSpPr>
        <p:grpSpPr>
          <a:xfrm>
            <a:off x="-762" y="10381031"/>
            <a:ext cx="7566660" cy="317754"/>
            <a:chOff x="0" y="0"/>
            <a:chExt cx="10088880" cy="42367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088880" cy="423672"/>
            </a:xfrm>
            <a:custGeom>
              <a:avLst/>
              <a:gdLst/>
              <a:ahLst/>
              <a:cxnLst/>
              <a:rect l="l" t="t" r="r" b="b"/>
              <a:pathLst>
                <a:path w="10088880" h="423672">
                  <a:moveTo>
                    <a:pt x="0" y="0"/>
                  </a:moveTo>
                  <a:lnTo>
                    <a:pt x="10088880" y="0"/>
                  </a:lnTo>
                  <a:lnTo>
                    <a:pt x="10088880" y="423672"/>
                  </a:lnTo>
                  <a:lnTo>
                    <a:pt x="0" y="423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/>
              </a:stretch>
            </a:blipFill>
          </p:spPr>
        </p:sp>
      </p:grpSp>
      <p:sp>
        <p:nvSpPr>
          <p:cNvPr id="26" name="Freeform 26"/>
          <p:cNvSpPr/>
          <p:nvPr/>
        </p:nvSpPr>
        <p:spPr>
          <a:xfrm>
            <a:off x="258061" y="9077525"/>
            <a:ext cx="2578608" cy="157734"/>
          </a:xfrm>
          <a:custGeom>
            <a:avLst/>
            <a:gdLst/>
            <a:ahLst/>
            <a:cxnLst/>
            <a:rect l="l" t="t" r="r" b="b"/>
            <a:pathLst>
              <a:path w="2578608" h="157734">
                <a:moveTo>
                  <a:pt x="0" y="0"/>
                </a:moveTo>
                <a:lnTo>
                  <a:pt x="2578608" y="0"/>
                </a:lnTo>
                <a:lnTo>
                  <a:pt x="2578608" y="157734"/>
                </a:lnTo>
                <a:lnTo>
                  <a:pt x="0" y="1577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27" name="Freeform 27"/>
          <p:cNvSpPr/>
          <p:nvPr/>
        </p:nvSpPr>
        <p:spPr>
          <a:xfrm>
            <a:off x="456543" y="4918119"/>
            <a:ext cx="59436" cy="59436"/>
          </a:xfrm>
          <a:custGeom>
            <a:avLst/>
            <a:gdLst/>
            <a:ahLst/>
            <a:cxnLst/>
            <a:rect l="l" t="t" r="r" b="b"/>
            <a:pathLst>
              <a:path w="59436" h="59436">
                <a:moveTo>
                  <a:pt x="0" y="0"/>
                </a:moveTo>
                <a:lnTo>
                  <a:pt x="59436" y="0"/>
                </a:lnTo>
                <a:lnTo>
                  <a:pt x="59436" y="59436"/>
                </a:lnTo>
                <a:lnTo>
                  <a:pt x="0" y="594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28" name="Freeform 28"/>
          <p:cNvSpPr/>
          <p:nvPr/>
        </p:nvSpPr>
        <p:spPr>
          <a:xfrm>
            <a:off x="456543" y="5108686"/>
            <a:ext cx="59436" cy="59436"/>
          </a:xfrm>
          <a:custGeom>
            <a:avLst/>
            <a:gdLst/>
            <a:ahLst/>
            <a:cxnLst/>
            <a:rect l="l" t="t" r="r" b="b"/>
            <a:pathLst>
              <a:path w="59436" h="59436">
                <a:moveTo>
                  <a:pt x="0" y="0"/>
                </a:moveTo>
                <a:lnTo>
                  <a:pt x="59436" y="0"/>
                </a:lnTo>
                <a:lnTo>
                  <a:pt x="59436" y="59436"/>
                </a:lnTo>
                <a:lnTo>
                  <a:pt x="0" y="594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29" name="Freeform 29"/>
          <p:cNvSpPr/>
          <p:nvPr/>
        </p:nvSpPr>
        <p:spPr>
          <a:xfrm>
            <a:off x="456543" y="5489839"/>
            <a:ext cx="59436" cy="59436"/>
          </a:xfrm>
          <a:custGeom>
            <a:avLst/>
            <a:gdLst/>
            <a:ahLst/>
            <a:cxnLst/>
            <a:rect l="l" t="t" r="r" b="b"/>
            <a:pathLst>
              <a:path w="59436" h="59436">
                <a:moveTo>
                  <a:pt x="0" y="0"/>
                </a:moveTo>
                <a:lnTo>
                  <a:pt x="59436" y="0"/>
                </a:lnTo>
                <a:lnTo>
                  <a:pt x="59436" y="59436"/>
                </a:lnTo>
                <a:lnTo>
                  <a:pt x="0" y="594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30" name="Freeform 30"/>
          <p:cNvSpPr/>
          <p:nvPr/>
        </p:nvSpPr>
        <p:spPr>
          <a:xfrm>
            <a:off x="456543" y="5680405"/>
            <a:ext cx="59436" cy="59436"/>
          </a:xfrm>
          <a:custGeom>
            <a:avLst/>
            <a:gdLst/>
            <a:ahLst/>
            <a:cxnLst/>
            <a:rect l="l" t="t" r="r" b="b"/>
            <a:pathLst>
              <a:path w="59436" h="59436">
                <a:moveTo>
                  <a:pt x="0" y="0"/>
                </a:moveTo>
                <a:lnTo>
                  <a:pt x="59436" y="0"/>
                </a:lnTo>
                <a:lnTo>
                  <a:pt x="59436" y="59436"/>
                </a:lnTo>
                <a:lnTo>
                  <a:pt x="0" y="594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grpSp>
        <p:nvGrpSpPr>
          <p:cNvPr id="31" name="Group 31"/>
          <p:cNvGrpSpPr/>
          <p:nvPr/>
        </p:nvGrpSpPr>
        <p:grpSpPr>
          <a:xfrm>
            <a:off x="4683776" y="-1796091"/>
            <a:ext cx="4510278" cy="5884164"/>
            <a:chOff x="26022712" y="-9972119"/>
            <a:chExt cx="25053671" cy="32677468"/>
          </a:xfrm>
        </p:grpSpPr>
        <p:sp>
          <p:nvSpPr>
            <p:cNvPr id="32" name="Freeform 32"/>
            <p:cNvSpPr/>
            <p:nvPr/>
          </p:nvSpPr>
          <p:spPr>
            <a:xfrm>
              <a:off x="-6" y="3"/>
              <a:ext cx="25053670" cy="32677469"/>
            </a:xfrm>
            <a:custGeom>
              <a:avLst/>
              <a:gdLst/>
              <a:ahLst/>
              <a:cxnLst/>
              <a:rect l="l" t="t" r="r" b="b"/>
              <a:pathLst>
                <a:path w="25053670" h="32677469">
                  <a:moveTo>
                    <a:pt x="25053671" y="0"/>
                  </a:moveTo>
                  <a:lnTo>
                    <a:pt x="25053671" y="32677469"/>
                  </a:lnTo>
                  <a:lnTo>
                    <a:pt x="0" y="32677469"/>
                  </a:lnTo>
                  <a:lnTo>
                    <a:pt x="0" y="0"/>
                  </a:lnTo>
                  <a:lnTo>
                    <a:pt x="25053671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33" name="Group 33"/>
          <p:cNvGrpSpPr/>
          <p:nvPr/>
        </p:nvGrpSpPr>
        <p:grpSpPr>
          <a:xfrm>
            <a:off x="4849301" y="-1290342"/>
            <a:ext cx="4510278" cy="5884164"/>
            <a:chOff x="26942257" y="-7162401"/>
            <a:chExt cx="25053671" cy="32677468"/>
          </a:xfrm>
        </p:grpSpPr>
        <p:sp>
          <p:nvSpPr>
            <p:cNvPr id="34" name="Freeform 34"/>
            <p:cNvSpPr/>
            <p:nvPr/>
          </p:nvSpPr>
          <p:spPr>
            <a:xfrm>
              <a:off x="5" y="-6"/>
              <a:ext cx="25053659" cy="32677481"/>
            </a:xfrm>
            <a:custGeom>
              <a:avLst/>
              <a:gdLst/>
              <a:ahLst/>
              <a:cxnLst/>
              <a:rect l="l" t="t" r="r" b="b"/>
              <a:pathLst>
                <a:path w="25053659" h="32677481">
                  <a:moveTo>
                    <a:pt x="25053660" y="0"/>
                  </a:moveTo>
                  <a:lnTo>
                    <a:pt x="25053660" y="32677481"/>
                  </a:lnTo>
                  <a:lnTo>
                    <a:pt x="0" y="32677481"/>
                  </a:lnTo>
                  <a:lnTo>
                    <a:pt x="0" y="0"/>
                  </a:lnTo>
                  <a:lnTo>
                    <a:pt x="2505366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4849301" y="-1484681"/>
            <a:ext cx="4510278" cy="5884164"/>
            <a:chOff x="26942257" y="-8242044"/>
            <a:chExt cx="25053671" cy="32677468"/>
          </a:xfrm>
        </p:grpSpPr>
        <p:sp>
          <p:nvSpPr>
            <p:cNvPr id="36" name="Freeform 36"/>
            <p:cNvSpPr/>
            <p:nvPr/>
          </p:nvSpPr>
          <p:spPr>
            <a:xfrm>
              <a:off x="5" y="-2"/>
              <a:ext cx="25053659" cy="32677468"/>
            </a:xfrm>
            <a:custGeom>
              <a:avLst/>
              <a:gdLst/>
              <a:ahLst/>
              <a:cxnLst/>
              <a:rect l="l" t="t" r="r" b="b"/>
              <a:pathLst>
                <a:path w="25053659" h="32677468">
                  <a:moveTo>
                    <a:pt x="25053660" y="0"/>
                  </a:moveTo>
                  <a:lnTo>
                    <a:pt x="25053660" y="32677468"/>
                  </a:lnTo>
                  <a:lnTo>
                    <a:pt x="0" y="32677468"/>
                  </a:lnTo>
                  <a:lnTo>
                    <a:pt x="0" y="0"/>
                  </a:lnTo>
                  <a:lnTo>
                    <a:pt x="2505366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5103876" y="-1585274"/>
            <a:ext cx="4510278" cy="5884164"/>
            <a:chOff x="28356555" y="-8800896"/>
            <a:chExt cx="25053671" cy="32677468"/>
          </a:xfrm>
        </p:grpSpPr>
        <p:sp>
          <p:nvSpPr>
            <p:cNvPr id="38" name="Freeform 38"/>
            <p:cNvSpPr/>
            <p:nvPr/>
          </p:nvSpPr>
          <p:spPr>
            <a:xfrm>
              <a:off x="6" y="-1"/>
              <a:ext cx="25053656" cy="32677470"/>
            </a:xfrm>
            <a:custGeom>
              <a:avLst/>
              <a:gdLst/>
              <a:ahLst/>
              <a:cxnLst/>
              <a:rect l="l" t="t" r="r" b="b"/>
              <a:pathLst>
                <a:path w="25053656" h="32677470">
                  <a:moveTo>
                    <a:pt x="25053655" y="0"/>
                  </a:moveTo>
                  <a:lnTo>
                    <a:pt x="25053655" y="32677470"/>
                  </a:lnTo>
                  <a:lnTo>
                    <a:pt x="0" y="32677470"/>
                  </a:lnTo>
                  <a:lnTo>
                    <a:pt x="0" y="0"/>
                  </a:lnTo>
                  <a:lnTo>
                    <a:pt x="25053655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360957" y="-207074"/>
            <a:ext cx="5278374" cy="2610612"/>
            <a:chOff x="35339577" y="-1149389"/>
            <a:chExt cx="29322420" cy="14501381"/>
          </a:xfrm>
        </p:grpSpPr>
        <p:sp>
          <p:nvSpPr>
            <p:cNvPr id="40" name="Freeform 40"/>
            <p:cNvSpPr/>
            <p:nvPr/>
          </p:nvSpPr>
          <p:spPr>
            <a:xfrm>
              <a:off x="2" y="1"/>
              <a:ext cx="29322422" cy="14501385"/>
            </a:xfrm>
            <a:custGeom>
              <a:avLst/>
              <a:gdLst/>
              <a:ahLst/>
              <a:cxnLst/>
              <a:rect l="l" t="t" r="r" b="b"/>
              <a:pathLst>
                <a:path w="29322422" h="14501385">
                  <a:moveTo>
                    <a:pt x="29322422" y="0"/>
                  </a:moveTo>
                  <a:lnTo>
                    <a:pt x="29322422" y="14501385"/>
                  </a:lnTo>
                  <a:lnTo>
                    <a:pt x="0" y="14501385"/>
                  </a:lnTo>
                  <a:lnTo>
                    <a:pt x="0" y="0"/>
                  </a:lnTo>
                  <a:lnTo>
                    <a:pt x="29322422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6397038" y="-71685"/>
            <a:ext cx="5278374" cy="2610612"/>
            <a:chOff x="35540021" y="-397240"/>
            <a:chExt cx="29322420" cy="14501381"/>
          </a:xfrm>
        </p:grpSpPr>
        <p:sp>
          <p:nvSpPr>
            <p:cNvPr id="42" name="Freeform 42"/>
            <p:cNvSpPr/>
            <p:nvPr/>
          </p:nvSpPr>
          <p:spPr>
            <a:xfrm>
              <a:off x="2" y="-3"/>
              <a:ext cx="29322419" cy="14501386"/>
            </a:xfrm>
            <a:custGeom>
              <a:avLst/>
              <a:gdLst/>
              <a:ahLst/>
              <a:cxnLst/>
              <a:rect l="l" t="t" r="r" b="b"/>
              <a:pathLst>
                <a:path w="29322419" h="14501386">
                  <a:moveTo>
                    <a:pt x="29322419" y="0"/>
                  </a:moveTo>
                  <a:lnTo>
                    <a:pt x="29322419" y="14501386"/>
                  </a:lnTo>
                  <a:lnTo>
                    <a:pt x="0" y="14501386"/>
                  </a:lnTo>
                  <a:lnTo>
                    <a:pt x="0" y="0"/>
                  </a:lnTo>
                  <a:lnTo>
                    <a:pt x="29322419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43" name="Group 43"/>
          <p:cNvGrpSpPr/>
          <p:nvPr/>
        </p:nvGrpSpPr>
        <p:grpSpPr>
          <a:xfrm>
            <a:off x="336347" y="9138085"/>
            <a:ext cx="2420874" cy="38862"/>
            <a:chOff x="1873238" y="50769245"/>
            <a:chExt cx="13440004" cy="211671"/>
          </a:xfrm>
        </p:grpSpPr>
        <p:sp>
          <p:nvSpPr>
            <p:cNvPr id="44" name="Freeform 44"/>
            <p:cNvSpPr/>
            <p:nvPr/>
          </p:nvSpPr>
          <p:spPr>
            <a:xfrm>
              <a:off x="-1" y="-6"/>
              <a:ext cx="13440006" cy="211674"/>
            </a:xfrm>
            <a:custGeom>
              <a:avLst/>
              <a:gdLst/>
              <a:ahLst/>
              <a:cxnLst/>
              <a:rect l="l" t="t" r="r" b="b"/>
              <a:pathLst>
                <a:path w="13440006" h="211674">
                  <a:moveTo>
                    <a:pt x="13440005" y="0"/>
                  </a:moveTo>
                  <a:lnTo>
                    <a:pt x="13440005" y="211674"/>
                  </a:lnTo>
                  <a:lnTo>
                    <a:pt x="0" y="211674"/>
                  </a:lnTo>
                  <a:lnTo>
                    <a:pt x="0" y="0"/>
                  </a:lnTo>
                  <a:lnTo>
                    <a:pt x="13440005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45" name="TextBox 45"/>
          <p:cNvSpPr txBox="1"/>
          <p:nvPr/>
        </p:nvSpPr>
        <p:spPr>
          <a:xfrm>
            <a:off x="337185" y="10428105"/>
            <a:ext cx="1277270" cy="1763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 b="1" spc="109" dirty="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+91 8072193600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359855" y="1476004"/>
            <a:ext cx="2347189" cy="852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HUMAN RESOURCES DEPARTMENT</a:t>
            </a:r>
          </a:p>
          <a:p>
            <a:pPr algn="l">
              <a:lnSpc>
                <a:spcPts val="1260"/>
              </a:lnSpc>
            </a:pPr>
            <a:r>
              <a:rPr lang="en-US" sz="900" b="1" spc="9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hr@coptercode.co.in</a:t>
            </a:r>
          </a:p>
          <a:p>
            <a:pPr algn="l">
              <a:lnSpc>
                <a:spcPts val="1277"/>
              </a:lnSpc>
            </a:pPr>
            <a:r>
              <a:rPr lang="en-US" sz="912" b="1" spc="9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www.Coptercode.co.in</a:t>
            </a:r>
          </a:p>
          <a:p>
            <a:pPr algn="l">
              <a:lnSpc>
                <a:spcPts val="1120"/>
              </a:lnSpc>
            </a:pPr>
            <a:r>
              <a:rPr lang="en-US" sz="800" b="1" spc="8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+91 8072193600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2886154" y="10441265"/>
            <a:ext cx="1784191" cy="200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 b="1" spc="109" dirty="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www.Coptercode.co.in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523648" y="10441265"/>
            <a:ext cx="1658144" cy="200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 b="1" spc="109" dirty="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hr@coptercode.co.in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2226297" y="812721"/>
            <a:ext cx="2992914" cy="228586"/>
            <a:chOff x="0" y="0"/>
            <a:chExt cx="3990552" cy="304781"/>
          </a:xfrm>
        </p:grpSpPr>
        <p:sp>
          <p:nvSpPr>
            <p:cNvPr id="50" name="Freeform 50"/>
            <p:cNvSpPr/>
            <p:nvPr/>
          </p:nvSpPr>
          <p:spPr>
            <a:xfrm>
              <a:off x="0" y="253430"/>
              <a:ext cx="3990552" cy="29780"/>
            </a:xfrm>
            <a:custGeom>
              <a:avLst/>
              <a:gdLst/>
              <a:ahLst/>
              <a:cxnLst/>
              <a:rect l="l" t="t" r="r" b="b"/>
              <a:pathLst>
                <a:path w="3990552" h="29780">
                  <a:moveTo>
                    <a:pt x="0" y="0"/>
                  </a:moveTo>
                  <a:lnTo>
                    <a:pt x="3990552" y="0"/>
                  </a:lnTo>
                  <a:lnTo>
                    <a:pt x="3990552" y="29780"/>
                  </a:lnTo>
                  <a:lnTo>
                    <a:pt x="0" y="29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1" name="TextBox 51"/>
            <p:cNvSpPr txBox="1"/>
            <p:nvPr/>
          </p:nvSpPr>
          <p:spPr>
            <a:xfrm>
              <a:off x="25400" y="-47625"/>
              <a:ext cx="3965152" cy="3524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LETTER OF RECOMMENDATION</a:t>
              </a:r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359854" y="1166308"/>
            <a:ext cx="1434761" cy="2332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b="1" dirty="0">
                <a:solidFill>
                  <a:srgbClr val="6A3C2C"/>
                </a:solidFill>
                <a:latin typeface="Arial Bold"/>
                <a:ea typeface="Arial Bold"/>
                <a:cs typeface="Arial Bold"/>
                <a:sym typeface="Arial Bold"/>
              </a:rPr>
              <a:t>COPTERCODE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337309" y="9248918"/>
            <a:ext cx="1721863" cy="910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25"/>
              </a:lnSpc>
              <a:defRPr/>
            </a:pPr>
            <a:r>
              <a:t>BEST REGARDS,</a:t>
            </a:r>
          </a:p>
          <a:p>
            <a:pPr>
              <a:defRPr/>
            </a:pPr>
            <a:r>
              <a:t>KARTHIKEYAN SUNDHARESAN,</a:t>
            </a:r>
          </a:p>
          <a:p>
            <a:pPr>
              <a:defRPr/>
            </a:pPr>
            <a:r>
              <a:t>HR TEAM HEAD,</a:t>
            </a:r>
          </a:p>
          <a:p>
            <a:pPr>
              <a:defRPr/>
            </a:pPr>
            <a:r>
              <a:t>COPTER CODE.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404219" y="2813034"/>
            <a:ext cx="6955431" cy="1924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501"/>
              </a:lnSpc>
            </a:pPr>
            <a:r>
              <a:rPr lang="en-US" sz="11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are pleased to recommend </a:t>
            </a:r>
            <a:r>
              <a:rPr lang="en-US" sz="1188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&lt;&lt;NAME&gt;&gt;</a:t>
            </a:r>
            <a:r>
              <a:rPr lang="en-US" sz="11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88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, from the Department of &lt;&lt;DEPARTMENT&gt;&gt;, &lt;&lt;INSTITUTION&gt;&gt;, has successfully completed a one-month internship and live project program at </a:t>
            </a:r>
            <a:r>
              <a:rPr lang="en-US" sz="1188" b="1" dirty="0" err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CopterCode</a:t>
            </a:r>
            <a:r>
              <a:rPr lang="en-US" sz="1188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, &lt;&lt;BATCH &gt;&gt;</a:t>
            </a:r>
            <a:r>
              <a:rPr lang="en-US" sz="11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 the field of </a:t>
            </a:r>
            <a:r>
              <a:rPr lang="en-US" sz="1188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&lt;&lt;DOMAIN&gt;&gt;.</a:t>
            </a:r>
          </a:p>
          <a:p>
            <a:pPr algn="just" rtl="1">
              <a:lnSpc>
                <a:spcPts val="1501"/>
              </a:lnSpc>
            </a:pPr>
            <a:endParaRPr lang="en-US" sz="1188" b="1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algn="just">
              <a:lnSpc>
                <a:spcPts val="1501"/>
              </a:lnSpc>
            </a:pPr>
            <a:r>
              <a:rPr lang="en-US" sz="11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During the internship,</a:t>
            </a:r>
            <a:r>
              <a:rPr lang="en-US" sz="1188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&lt;&lt;NAME&gt;&gt; </a:t>
            </a:r>
            <a:r>
              <a:rPr lang="en-US" sz="11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worked under the guidance of our engineering and R&amp;D teams and was actively involved in both the hardware and software aspects of our projects. As a representative of the HR department, I had the opportunity to observe consistent dedication and the positive feedback received from mentors and team members.</a:t>
            </a:r>
          </a:p>
          <a:p>
            <a:pPr algn="just" rtl="1">
              <a:lnSpc>
                <a:spcPts val="1501"/>
              </a:lnSpc>
            </a:pPr>
            <a:endParaRPr lang="en-US" sz="1188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lnSpc>
                <a:spcPts val="1501"/>
              </a:lnSpc>
            </a:pPr>
            <a:r>
              <a:rPr lang="en-US" sz="11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Some noteworthy contributions include: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628602" y="4870434"/>
            <a:ext cx="6693532" cy="1162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1"/>
              </a:lnSpc>
            </a:pPr>
            <a:r>
              <a:rPr lang="en-US" sz="11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Designing and implementing user interfaces and backend services for web applications. Working with frontend and backend frameworks to develop scalable, efficient, and maintainable code.</a:t>
            </a:r>
          </a:p>
          <a:p>
            <a:pPr algn="l">
              <a:lnSpc>
                <a:spcPts val="1501"/>
              </a:lnSpc>
            </a:pPr>
            <a:r>
              <a:rPr lang="en-US" sz="11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Collaborating on database design, API integrations, and deployment processes.</a:t>
            </a:r>
          </a:p>
          <a:p>
            <a:pPr algn="l">
              <a:lnSpc>
                <a:spcPts val="1501"/>
              </a:lnSpc>
            </a:pPr>
            <a:r>
              <a:rPr lang="en-US" sz="11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Debugging, testing, and optimizing software components to ensure high performance and reliability.</a:t>
            </a:r>
          </a:p>
          <a:p>
            <a:pPr algn="l">
              <a:lnSpc>
                <a:spcPts val="1501"/>
              </a:lnSpc>
            </a:pPr>
            <a:r>
              <a:rPr lang="en-US" sz="11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Demonstrating problem-solving skills, adaptability, and effective collaboration in a team environment.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371923" y="6565900"/>
            <a:ext cx="6955346" cy="1924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501"/>
              </a:lnSpc>
            </a:pPr>
            <a:r>
              <a:rPr lang="en-US" sz="1188" b="1" spc="9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&lt;&lt;NAME&gt;&gt; </a:t>
            </a:r>
            <a:r>
              <a:rPr lang="en-US" sz="1188" spc="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stood out as a diligent and motivated intern, eager to learn and contribute to real- world projects. The technical skills and collaborative attitude displayed made a valuable impact on the team during the internship period.</a:t>
            </a:r>
          </a:p>
          <a:p>
            <a:pPr algn="just" rtl="1">
              <a:lnSpc>
                <a:spcPts val="1501"/>
              </a:lnSpc>
            </a:pPr>
            <a:endParaRPr lang="en-US" sz="1188" spc="9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lnSpc>
                <a:spcPts val="1501"/>
              </a:lnSpc>
            </a:pPr>
            <a:r>
              <a:rPr lang="en-US" sz="1188" spc="22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are confident that</a:t>
            </a:r>
            <a:r>
              <a:rPr lang="en-US" sz="1188" b="1" spc="22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&lt;&lt;NAME&gt;&gt; </a:t>
            </a:r>
            <a:r>
              <a:rPr lang="en-US" sz="1188" spc="22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will continue to excel in future academic and professional pursuits. We at </a:t>
            </a:r>
            <a:r>
              <a:rPr lang="en-US" sz="1188" spc="22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CopterCode</a:t>
            </a:r>
            <a:r>
              <a:rPr lang="en-US" sz="1188" spc="22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wholeheartedly recommend consideration for any opportunity that aligns with these skills and interests.</a:t>
            </a:r>
          </a:p>
          <a:p>
            <a:pPr algn="just">
              <a:lnSpc>
                <a:spcPts val="1501"/>
              </a:lnSpc>
            </a:pPr>
            <a:r>
              <a:rPr lang="en-US" sz="1188" spc="22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verification or further information, please feel free to contact us.</a:t>
            </a:r>
          </a:p>
          <a:p>
            <a:pPr algn="just">
              <a:lnSpc>
                <a:spcPts val="1501"/>
              </a:lnSpc>
            </a:pPr>
            <a:r>
              <a:rPr lang="en-US" sz="11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just">
              <a:lnSpc>
                <a:spcPts val="1501"/>
              </a:lnSpc>
            </a:pPr>
            <a:r>
              <a:rPr lang="en-US" sz="1188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Sincerely,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349250" y="2471664"/>
            <a:ext cx="2051559" cy="1537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77"/>
              </a:lnSpc>
            </a:pPr>
            <a:r>
              <a:rPr lang="en-US" sz="912" b="1" spc="9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TO WHOM IT MAY CONCERN: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036793" y="1707604"/>
            <a:ext cx="1119188" cy="158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b="1" spc="9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DATE: &lt;&lt;DATE&gt;&gt;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5536282" y="9050640"/>
            <a:ext cx="7052796" cy="193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321"/>
              </a:lnSpc>
            </a:pPr>
            <a:r>
              <a:rPr lang="en-US" sz="1436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&lt;&lt;QR&gt;&gt;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337</Words>
  <Application>Microsoft Office PowerPoint</Application>
  <PresentationFormat>Custom</PresentationFormat>
  <Paragraphs>30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 Bold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certificate template</dc:title>
  <cp:lastModifiedBy>Rohith Prakasam</cp:lastModifiedBy>
  <cp:revision>2</cp:revision>
  <dcterms:created xsi:type="dcterms:W3CDTF">2006-08-16T00:00:00Z</dcterms:created>
  <dcterms:modified xsi:type="dcterms:W3CDTF">2026-07-11T09:33:07Z</dcterms:modified>
  <dc:identifier>DAHOuFZYPds</dc:identifier>
</cp:coreProperties>
</file>