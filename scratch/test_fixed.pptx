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Arial Bold" charset="1" panose="020B0704020202020204"/>
      <p:regular r:id="rId7"/>
    </p:embeddedFont>
    <p:embeddedFont>
      <p:font typeface="Arial" charset="1" panose="020B060402020202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eg"/><Relationship Id="rId7" Type="http://schemas.openxmlformats.org/officeDocument/2006/relationships/image" Target="../media/image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91339" y="336032"/>
            <a:ext cx="1187529" cy="1187529"/>
          </a:xfrm>
          <a:custGeom>
            <a:avLst/>
            <a:gdLst/>
            <a:ahLst/>
            <a:cxnLst/>
            <a:rect r="r" b="b" t="t" l="l"/>
            <a:pathLst>
              <a:path h="1187529" w="1187529">
                <a:moveTo>
                  <a:pt x="0" y="0"/>
                </a:moveTo>
                <a:lnTo>
                  <a:pt x="1187530" y="0"/>
                </a:lnTo>
                <a:lnTo>
                  <a:pt x="1187530" y="1187530"/>
                </a:lnTo>
                <a:lnTo>
                  <a:pt x="0" y="1187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 wrap="square"/>
          <a:p/>
        </p:txBody>
      </p:sp>
      <p:grpSp>
        <p:nvGrpSpPr>
          <p:cNvPr name="Group 3" id="3"/>
          <p:cNvGrpSpPr/>
          <p:nvPr/>
        </p:nvGrpSpPr>
        <p:grpSpPr>
          <a:xfrm rot="0">
            <a:off x="7089619" y="0"/>
            <a:ext cx="473231" cy="390668"/>
            <a:chOff x="0" y="0"/>
            <a:chExt cx="630974" cy="5208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0936" cy="520954"/>
            </a:xfrm>
            <a:custGeom>
              <a:avLst/>
              <a:gdLst/>
              <a:ahLst/>
              <a:cxnLst/>
              <a:rect r="r" b="b" t="t" l="l"/>
              <a:pathLst>
                <a:path h="520954" w="630936">
                  <a:moveTo>
                    <a:pt x="0" y="0"/>
                  </a:moveTo>
                  <a:lnTo>
                    <a:pt x="630936" y="0"/>
                  </a:lnTo>
                  <a:lnTo>
                    <a:pt x="630936" y="520954"/>
                  </a:lnTo>
                  <a:lnTo>
                    <a:pt x="0" y="520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776" b="-39007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027201" y="407765"/>
            <a:ext cx="1113082" cy="1113082"/>
            <a:chOff x="0" y="0"/>
            <a:chExt cx="1484109" cy="14841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84122" cy="1484122"/>
            </a:xfrm>
            <a:custGeom>
              <a:avLst/>
              <a:gdLst/>
              <a:ahLst/>
              <a:cxnLst/>
              <a:rect r="r" b="b" t="t" l="l"/>
              <a:pathLst>
                <a:path h="1484122" w="1484122">
                  <a:moveTo>
                    <a:pt x="0" y="0"/>
                  </a:moveTo>
                  <a:lnTo>
                    <a:pt x="1484122" y="0"/>
                  </a:lnTo>
                  <a:lnTo>
                    <a:pt x="1484122" y="1484122"/>
                  </a:lnTo>
                  <a:lnTo>
                    <a:pt x="0" y="1484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10381326"/>
            <a:ext cx="7565136" cy="317154"/>
            <a:chOff x="0" y="0"/>
            <a:chExt cx="7565136" cy="3171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62850" cy="315208"/>
            </a:xfrm>
            <a:custGeom>
              <a:avLst/>
              <a:gdLst/>
              <a:ahLst/>
              <a:cxnLst/>
              <a:rect r="r" b="b" t="t" l="l"/>
              <a:pathLst>
                <a:path h="315208" w="7562850">
                  <a:moveTo>
                    <a:pt x="0" y="0"/>
                  </a:moveTo>
                  <a:lnTo>
                    <a:pt x="0" y="315208"/>
                  </a:lnTo>
                  <a:lnTo>
                    <a:pt x="7562850" y="315208"/>
                  </a:lnTo>
                  <a:lnTo>
                    <a:pt x="7562850" y="0"/>
                  </a:lnTo>
                  <a:close/>
                </a:path>
              </a:pathLst>
            </a:custGeom>
            <a:solidFill>
              <a:srgbClr val="6A3C2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9213" y="2792338"/>
            <a:ext cx="7562850" cy="5107324"/>
            <a:chOff x="0" y="0"/>
            <a:chExt cx="10083800" cy="6809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83800" cy="6809740"/>
            </a:xfrm>
            <a:custGeom>
              <a:avLst/>
              <a:gdLst/>
              <a:ahLst/>
              <a:cxnLst/>
              <a:rect r="r" b="b" t="t" l="l"/>
              <a:pathLst>
                <a:path h="6809740" w="10083800">
                  <a:moveTo>
                    <a:pt x="0" y="0"/>
                  </a:moveTo>
                  <a:lnTo>
                    <a:pt x="10083800" y="0"/>
                  </a:lnTo>
                  <a:lnTo>
                    <a:pt x="10083800" y="6809740"/>
                  </a:lnTo>
                  <a:lnTo>
                    <a:pt x="0" y="6809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999"/>
              </a:blip>
              <a:stretch>
                <a:fillRect l="-4316" t="-12780" r="-4036" b="-4766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359885" y="2001107"/>
            <a:ext cx="2716692" cy="9525"/>
            <a:chOff x="0" y="0"/>
            <a:chExt cx="2716695" cy="95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16662" cy="9521"/>
            </a:xfrm>
            <a:custGeom>
              <a:avLst/>
              <a:gdLst/>
              <a:ahLst/>
              <a:cxnLst/>
              <a:rect r="r" b="b" t="t" l="l"/>
              <a:pathLst>
                <a:path h="9521" w="2716662">
                  <a:moveTo>
                    <a:pt x="0" y="0"/>
                  </a:moveTo>
                  <a:lnTo>
                    <a:pt x="2716662" y="0"/>
                  </a:lnTo>
                  <a:lnTo>
                    <a:pt x="2716662" y="9521"/>
                  </a:lnTo>
                  <a:lnTo>
                    <a:pt x="0" y="952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-473760">
            <a:off x="108461" y="7529322"/>
            <a:ext cx="1696088" cy="1696088"/>
            <a:chOff x="0" y="0"/>
            <a:chExt cx="2261451" cy="22614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1489" cy="2261489"/>
            </a:xfrm>
            <a:custGeom>
              <a:avLst/>
              <a:gdLst/>
              <a:ahLst/>
              <a:cxnLst/>
              <a:rect r="r" b="b" t="t" l="l"/>
              <a:pathLst>
                <a:path h="2261489" w="2261489">
                  <a:moveTo>
                    <a:pt x="2261489" y="0"/>
                  </a:moveTo>
                  <a:lnTo>
                    <a:pt x="0" y="0"/>
                  </a:lnTo>
                  <a:lnTo>
                    <a:pt x="0" y="2261489"/>
                  </a:lnTo>
                  <a:lnTo>
                    <a:pt x="2261489" y="2261489"/>
                  </a:lnTo>
                  <a:lnTo>
                    <a:pt x="2261489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92039" y="8776906"/>
            <a:ext cx="2547280" cy="166345"/>
            <a:chOff x="0" y="0"/>
            <a:chExt cx="2547290" cy="1663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627" y="63500"/>
              <a:ext cx="2420118" cy="38100"/>
            </a:xfrm>
            <a:custGeom>
              <a:avLst/>
              <a:gdLst/>
              <a:ahLst/>
              <a:cxnLst/>
              <a:rect r="r" b="b" t="t" l="l"/>
              <a:pathLst>
                <a:path h="38100" w="2420118">
                  <a:moveTo>
                    <a:pt x="0" y="0"/>
                  </a:moveTo>
                  <a:lnTo>
                    <a:pt x="2420118" y="0"/>
                  </a:lnTo>
                  <a:lnTo>
                    <a:pt x="2420118" y="38101"/>
                  </a:lnTo>
                  <a:lnTo>
                    <a:pt x="0" y="38101"/>
                  </a:lnTo>
                  <a:close/>
                </a:path>
              </a:pathLst>
            </a:custGeom>
            <a:solidFill>
              <a:srgbClr val="6A3C2C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500" y="64770"/>
              <a:ext cx="2419229" cy="38100"/>
            </a:xfrm>
            <a:custGeom>
              <a:avLst/>
              <a:gdLst/>
              <a:ahLst/>
              <a:cxnLst/>
              <a:rect r="r" b="b" t="t" l="l"/>
              <a:pathLst>
                <a:path h="38100" w="2419229">
                  <a:moveTo>
                    <a:pt x="0" y="38101"/>
                  </a:moveTo>
                  <a:lnTo>
                    <a:pt x="2419229" y="38101"/>
                  </a:lnTo>
                  <a:lnTo>
                    <a:pt x="241922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024934" y="412185"/>
            <a:ext cx="1115377" cy="1115377"/>
            <a:chOff x="0" y="0"/>
            <a:chExt cx="1115377" cy="111537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15438" cy="1115438"/>
            </a:xfrm>
            <a:custGeom>
              <a:avLst/>
              <a:gdLst/>
              <a:ahLst/>
              <a:cxnLst/>
              <a:rect r="r" b="b" t="t" l="l"/>
              <a:pathLst>
                <a:path h="1115438" w="1115438">
                  <a:moveTo>
                    <a:pt x="0" y="1115438"/>
                  </a:moveTo>
                  <a:lnTo>
                    <a:pt x="1115438" y="1115438"/>
                  </a:lnTo>
                  <a:lnTo>
                    <a:pt x="11154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337185" y="10489835"/>
            <a:ext cx="1248132" cy="20066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10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+91 8072193600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30659" y="10489835"/>
            <a:ext cx="1784985" cy="20066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10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www.Coptercode.co.in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536282" y="10489835"/>
            <a:ext cx="1658898" cy="20066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10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hr@coptercode.co.in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82123" y="1815960"/>
            <a:ext cx="1119188" cy="15810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9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DATE: 08.07.2026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39372" y="2143487"/>
            <a:ext cx="2507694" cy="25047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b="true" sz="138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TO WHOM IT MAY CONCERN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59885" y="1757629"/>
            <a:ext cx="2761297" cy="25746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b="true" sz="148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CERTIFICATE OF INTERNSHIP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3602" y="3437853"/>
            <a:ext cx="7052796" cy="2544734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1321"/>
              </a:lnSpc>
            </a:pPr>
            <a:r>
              <a:rPr lang="en-US" sz="14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Candidate Name:</a:t>
            </a:r>
            <a:r>
              <a:rPr lang="en-US" b="true" sz="143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GHAANDHAMADHAN V</a:t>
            </a:r>
          </a:p>
          <a:p>
            <a:pPr algn="just">
              <a:lnSpc>
                <a:spcPts val="1321"/>
              </a:lnSpc>
            </a:pPr>
          </a:p>
          <a:p>
            <a:pPr algn="just">
              <a:lnSpc>
                <a:spcPts val="1321"/>
              </a:lnSpc>
            </a:pPr>
            <a:r>
              <a:rPr lang="en-US" sz="14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Institute Name:</a:t>
            </a:r>
            <a:r>
              <a:rPr lang="en-US" b="true" sz="143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KONGU ENGINEERING COLLEGE</a:t>
            </a:r>
          </a:p>
          <a:p>
            <a:pPr algn="just" rtl="true">
              <a:lnSpc>
                <a:spcPts val="1800"/>
              </a:lnSpc>
            </a:pPr>
          </a:p>
          <a:p>
            <a:pPr algn="just">
              <a:lnSpc>
                <a:spcPts val="1800"/>
              </a:lnSpc>
            </a:pPr>
            <a:r>
              <a:rPr lang="en-US" sz="14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to notify</a:t>
            </a:r>
            <a:r>
              <a:rPr lang="en-US" b="true" sz="143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GHAANDHAMADHAN V, 3rd Year, COMPUTER SCIENCE AND ENGINEERING,</a:t>
            </a:r>
            <a:r>
              <a:rPr lang="en-US" sz="14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has successfully completed an Internship and Live Project under the Research &amp; Development area </a:t>
            </a:r>
            <a:r>
              <a:rPr lang="en-US" b="true" sz="143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"FULL-STACK Development &amp; Software Development" in COPTERCODE</a:t>
            </a:r>
          </a:p>
          <a:p>
            <a:pPr algn="just" rtl="true">
              <a:lnSpc>
                <a:spcPts val="1800"/>
              </a:lnSpc>
            </a:pPr>
          </a:p>
          <a:p>
            <a:pPr algn="just">
              <a:lnSpc>
                <a:spcPts val="1800"/>
              </a:lnSpc>
            </a:pPr>
            <a:r>
              <a:rPr lang="en-US" b="true" sz="143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INTERNSHIP &amp; LIVE PROJECT AREA: FULL-STACK DEVELOPMENT &amp; SOFTWARE DEVELOPMENT - ERP SOLUTION &amp; SITES</a:t>
            </a:r>
          </a:p>
          <a:p>
            <a:pPr algn="just" rtl="true">
              <a:lnSpc>
                <a:spcPts val="1800"/>
              </a:lnSpc>
            </a:pPr>
          </a:p>
          <a:p>
            <a:pPr algn="just">
              <a:lnSpc>
                <a:spcPts val="1800"/>
              </a:lnSpc>
            </a:pPr>
            <a:r>
              <a:rPr lang="en-US" sz="1436" spc="2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COPTERCODE. The INTERNSHIP happened for </a:t>
            </a:r>
            <a:r>
              <a:rPr lang="en-US" b="true" sz="1436" spc="2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 MONTH - JAN </a:t>
            </a:r>
            <a:r>
              <a:rPr lang="en-US" sz="1436" spc="2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(regular) at Coptercode, Venue: </a:t>
            </a:r>
            <a:r>
              <a:rPr lang="en-US" b="true" sz="1436" spc="2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IIT Madras Research Park</a:t>
            </a:r>
            <a:r>
              <a:rPr lang="en-US" sz="1436" spc="2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Kanagam, Taramani, Chennai.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55714" y="8951995"/>
            <a:ext cx="1721863" cy="109097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sz="90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REGARDS,</a:t>
            </a:r>
          </a:p>
          <a:p>
            <a:pPr algn="l">
              <a:lnSpc>
                <a:spcPts val="1425"/>
              </a:lnSpc>
            </a:pPr>
            <a:r>
              <a:rPr lang="en-US" sz="90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KARTHIKEYAN SUNDHARESAN, COPTER CODE, hr@coptercode.co.in</a:t>
            </a:r>
          </a:p>
          <a:p>
            <a:pPr algn="l">
              <a:lnSpc>
                <a:spcPts val="1425"/>
              </a:lnSpc>
            </a:pPr>
            <a:r>
              <a:rPr lang="en-US" sz="90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+91 96554 51382 www.Coptercode.co.in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536282" y="8772633"/>
            <a:ext cx="7052796" cy="193941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1321"/>
              </a:lnSpc>
            </a:pPr>
            <a:r>
              <a:rPr lang="en-US" b="true" sz="143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&lt;&lt;QR&gt;&gt;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DAHOuFZYPds</dc:identifier>
  <dcterms:modified xsi:type="dcterms:W3CDTF">2011-08-01T06:04:30Z</dcterms:modified>
  <cp:revision>1</cp:revision>
  <dc:title>certificate template</dc:title>
</cp:coreProperties>
</file>