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</p:sldIdLst>
  <p:sldSz cx="7556500" cy="10693400"/>
  <p:notesSz cx="6858000" cy="9144000"/>
  <p:embeddedFontLst>
    <p:embeddedFont>
      <p:font typeface="Arial Bold" panose="020B0704020202020204" pitchFamily="34" charset="0"/>
      <p:regular r:id="rId3"/>
      <p:bold r:id="rId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>
        <p:scale>
          <a:sx n="125" d="100"/>
          <a:sy n="125" d="100"/>
        </p:scale>
        <p:origin x="72" y="-511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font" Target="fonts/font1.fntdata"/><Relationship Id="rId4" Type="http://schemas.openxmlformats.org/officeDocument/2006/relationships/font" Target="fonts/font2.fntdata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sv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jpeg"/><Relationship Id="rId6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6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5991339" y="336032"/>
            <a:ext cx="1187529" cy="1187529"/>
          </a:xfrm>
          <a:custGeom>
            <a:avLst/>
            <a:gdLst/>
            <a:ahLst/>
            <a:cxnLst/>
            <a:rect l="l" t="t" r="r" b="b"/>
            <a:pathLst>
              <a:path w="1187529" h="1187529">
                <a:moveTo>
                  <a:pt x="0" y="0"/>
                </a:moveTo>
                <a:lnTo>
                  <a:pt x="1187530" y="0"/>
                </a:lnTo>
                <a:lnTo>
                  <a:pt x="1187530" y="1187530"/>
                </a:lnTo>
                <a:lnTo>
                  <a:pt x="0" y="118753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p/>
        </p:txBody>
      </p:sp>
      <p:grpSp>
        <p:nvGrpSpPr>
          <p:cNvPr id="3" name="Group 3"/>
          <p:cNvGrpSpPr/>
          <p:nvPr/>
        </p:nvGrpSpPr>
        <p:grpSpPr>
          <a:xfrm>
            <a:off x="7089619" y="0"/>
            <a:ext cx="473231" cy="390668"/>
            <a:chOff x="0" y="0"/>
            <a:chExt cx="630974" cy="52089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630936" cy="520954"/>
            </a:xfrm>
            <a:custGeom>
              <a:avLst/>
              <a:gdLst/>
              <a:ahLst/>
              <a:cxnLst/>
              <a:rect l="l" t="t" r="r" b="b"/>
              <a:pathLst>
                <a:path w="630936" h="520954">
                  <a:moveTo>
                    <a:pt x="0" y="0"/>
                  </a:moveTo>
                  <a:lnTo>
                    <a:pt x="630936" y="0"/>
                  </a:lnTo>
                  <a:lnTo>
                    <a:pt x="630936" y="520954"/>
                  </a:lnTo>
                  <a:lnTo>
                    <a:pt x="0" y="5209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-14776" b="-39007"/>
              </a:stretch>
            </a:blipFill>
          </p:spPr>
        </p:sp>
      </p:grpSp>
      <p:grpSp>
        <p:nvGrpSpPr>
          <p:cNvPr id="5" name="Group 5"/>
          <p:cNvGrpSpPr/>
          <p:nvPr/>
        </p:nvGrpSpPr>
        <p:grpSpPr>
          <a:xfrm>
            <a:off x="6027201" y="407765"/>
            <a:ext cx="1113082" cy="1113082"/>
            <a:chOff x="0" y="0"/>
            <a:chExt cx="1484109" cy="1484109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484122" cy="1484122"/>
            </a:xfrm>
            <a:custGeom>
              <a:avLst/>
              <a:gdLst/>
              <a:ahLst/>
              <a:cxnLst/>
              <a:rect l="l" t="t" r="r" b="b"/>
              <a:pathLst>
                <a:path w="1484122" h="1484122">
                  <a:moveTo>
                    <a:pt x="0" y="0"/>
                  </a:moveTo>
                  <a:lnTo>
                    <a:pt x="1484122" y="0"/>
                  </a:lnTo>
                  <a:lnTo>
                    <a:pt x="1484122" y="1484122"/>
                  </a:lnTo>
                  <a:lnTo>
                    <a:pt x="0" y="14841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</p:sp>
      </p:grpSp>
      <p:grpSp>
        <p:nvGrpSpPr>
          <p:cNvPr id="7" name="Group 7"/>
          <p:cNvGrpSpPr/>
          <p:nvPr/>
        </p:nvGrpSpPr>
        <p:grpSpPr>
          <a:xfrm>
            <a:off x="0" y="10381326"/>
            <a:ext cx="7565136" cy="317154"/>
            <a:chOff x="0" y="0"/>
            <a:chExt cx="7565136" cy="317144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7562850" cy="315208"/>
            </a:xfrm>
            <a:custGeom>
              <a:avLst/>
              <a:gdLst/>
              <a:ahLst/>
              <a:cxnLst/>
              <a:rect l="l" t="t" r="r" b="b"/>
              <a:pathLst>
                <a:path w="7562850" h="315208">
                  <a:moveTo>
                    <a:pt x="0" y="0"/>
                  </a:moveTo>
                  <a:lnTo>
                    <a:pt x="0" y="315208"/>
                  </a:lnTo>
                  <a:lnTo>
                    <a:pt x="7562850" y="315208"/>
                  </a:lnTo>
                  <a:lnTo>
                    <a:pt x="7562850" y="0"/>
                  </a:lnTo>
                  <a:close/>
                </a:path>
              </a:pathLst>
            </a:custGeom>
            <a:solidFill>
              <a:srgbClr val="6A3C2C"/>
            </a:solidFill>
          </p:spPr>
        </p:sp>
      </p:grpSp>
      <p:grpSp>
        <p:nvGrpSpPr>
          <p:cNvPr id="9" name="Group 9"/>
          <p:cNvGrpSpPr/>
          <p:nvPr/>
        </p:nvGrpSpPr>
        <p:grpSpPr>
          <a:xfrm>
            <a:off x="69213" y="2792338"/>
            <a:ext cx="7562850" cy="5107324"/>
            <a:chOff x="0" y="0"/>
            <a:chExt cx="10083800" cy="6809765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0083800" cy="6809740"/>
            </a:xfrm>
            <a:custGeom>
              <a:avLst/>
              <a:gdLst/>
              <a:ahLst/>
              <a:cxnLst/>
              <a:rect l="l" t="t" r="r" b="b"/>
              <a:pathLst>
                <a:path w="10083800" h="6809740">
                  <a:moveTo>
                    <a:pt x="0" y="0"/>
                  </a:moveTo>
                  <a:lnTo>
                    <a:pt x="10083800" y="0"/>
                  </a:lnTo>
                  <a:lnTo>
                    <a:pt x="10083800" y="6809740"/>
                  </a:lnTo>
                  <a:lnTo>
                    <a:pt x="0" y="68097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alphaModFix amt="5999"/>
              </a:blip>
              <a:stretch>
                <a:fillRect l="-4316" t="-12780" r="-4036" b="-47668"/>
              </a:stretch>
            </a:blipFill>
          </p:spPr>
        </p:sp>
      </p:grpSp>
      <p:grpSp>
        <p:nvGrpSpPr>
          <p:cNvPr id="11" name="Group 11"/>
          <p:cNvGrpSpPr/>
          <p:nvPr/>
        </p:nvGrpSpPr>
        <p:grpSpPr>
          <a:xfrm>
            <a:off x="2359885" y="2001107"/>
            <a:ext cx="2716692" cy="9525"/>
            <a:chOff x="0" y="0"/>
            <a:chExt cx="2716695" cy="9525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2716662" cy="9521"/>
            </a:xfrm>
            <a:custGeom>
              <a:avLst/>
              <a:gdLst/>
              <a:ahLst/>
              <a:cxnLst/>
              <a:rect l="l" t="t" r="r" b="b"/>
              <a:pathLst>
                <a:path w="2716662" h="9521">
                  <a:moveTo>
                    <a:pt x="0" y="0"/>
                  </a:moveTo>
                  <a:lnTo>
                    <a:pt x="2716662" y="0"/>
                  </a:lnTo>
                  <a:lnTo>
                    <a:pt x="2716662" y="9521"/>
                  </a:lnTo>
                  <a:lnTo>
                    <a:pt x="0" y="9521"/>
                  </a:lnTo>
                  <a:close/>
                </a:path>
              </a:pathLst>
            </a:custGeom>
            <a:solidFill>
              <a:srgbClr val="000000"/>
            </a:solidFill>
          </p:spPr>
        </p:sp>
      </p:grpSp>
      <p:grpSp>
        <p:nvGrpSpPr>
          <p:cNvPr id="13" name="Group 13"/>
          <p:cNvGrpSpPr/>
          <p:nvPr/>
        </p:nvGrpSpPr>
        <p:grpSpPr>
          <a:xfrm rot="-473760">
            <a:off x="108461" y="7529322"/>
            <a:ext cx="1696088" cy="1696088"/>
            <a:chOff x="0" y="0"/>
            <a:chExt cx="2261451" cy="2261451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2261489" cy="2261489"/>
            </a:xfrm>
            <a:custGeom>
              <a:avLst/>
              <a:gdLst/>
              <a:ahLst/>
              <a:cxnLst/>
              <a:rect l="l" t="t" r="r" b="b"/>
              <a:pathLst>
                <a:path w="2261489" h="2261489">
                  <a:moveTo>
                    <a:pt x="2261489" y="0"/>
                  </a:moveTo>
                  <a:lnTo>
                    <a:pt x="0" y="0"/>
                  </a:lnTo>
                  <a:lnTo>
                    <a:pt x="0" y="2261489"/>
                  </a:lnTo>
                  <a:lnTo>
                    <a:pt x="2261489" y="2261489"/>
                  </a:lnTo>
                  <a:lnTo>
                    <a:pt x="2261489" y="0"/>
                  </a:lnTo>
                  <a:close/>
                </a:path>
              </a:pathLst>
            </a:custGeom>
            <a:blipFill>
              <a:blip r:embed="rId6"/>
              <a:stretch>
                <a:fillRect r="1" b="1"/>
              </a:stretch>
            </a:blipFill>
          </p:spPr>
        </p:sp>
      </p:grpSp>
      <p:grpSp>
        <p:nvGrpSpPr>
          <p:cNvPr id="15" name="Group 15"/>
          <p:cNvGrpSpPr/>
          <p:nvPr/>
        </p:nvGrpSpPr>
        <p:grpSpPr>
          <a:xfrm>
            <a:off x="392039" y="8776906"/>
            <a:ext cx="2547280" cy="166345"/>
            <a:chOff x="0" y="0"/>
            <a:chExt cx="2547290" cy="166345"/>
          </a:xfrm>
        </p:grpSpPr>
        <p:sp>
          <p:nvSpPr>
            <p:cNvPr id="16" name="Freeform 16"/>
            <p:cNvSpPr/>
            <p:nvPr/>
          </p:nvSpPr>
          <p:spPr>
            <a:xfrm>
              <a:off x="63627" y="63500"/>
              <a:ext cx="2420118" cy="38100"/>
            </a:xfrm>
            <a:custGeom>
              <a:avLst/>
              <a:gdLst/>
              <a:ahLst/>
              <a:cxnLst/>
              <a:rect l="l" t="t" r="r" b="b"/>
              <a:pathLst>
                <a:path w="2420118" h="38100">
                  <a:moveTo>
                    <a:pt x="0" y="0"/>
                  </a:moveTo>
                  <a:lnTo>
                    <a:pt x="2420118" y="0"/>
                  </a:lnTo>
                  <a:lnTo>
                    <a:pt x="2420118" y="38101"/>
                  </a:lnTo>
                  <a:lnTo>
                    <a:pt x="0" y="38101"/>
                  </a:lnTo>
                  <a:close/>
                </a:path>
              </a:pathLst>
            </a:custGeom>
            <a:solidFill>
              <a:srgbClr val="6A3C2C"/>
            </a:solidFill>
          </p:spPr>
        </p:sp>
        <p:sp>
          <p:nvSpPr>
            <p:cNvPr id="17" name="Freeform 17"/>
            <p:cNvSpPr/>
            <p:nvPr/>
          </p:nvSpPr>
          <p:spPr>
            <a:xfrm>
              <a:off x="63500" y="64770"/>
              <a:ext cx="2419229" cy="38100"/>
            </a:xfrm>
            <a:custGeom>
              <a:avLst/>
              <a:gdLst/>
              <a:ahLst/>
              <a:cxnLst/>
              <a:rect l="l" t="t" r="r" b="b"/>
              <a:pathLst>
                <a:path w="2419229" h="38100">
                  <a:moveTo>
                    <a:pt x="0" y="38101"/>
                  </a:moveTo>
                  <a:lnTo>
                    <a:pt x="2419229" y="38101"/>
                  </a:lnTo>
                  <a:lnTo>
                    <a:pt x="241922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id="18" name="Group 18"/>
          <p:cNvGrpSpPr/>
          <p:nvPr/>
        </p:nvGrpSpPr>
        <p:grpSpPr>
          <a:xfrm>
            <a:off x="6024934" y="412185"/>
            <a:ext cx="1115377" cy="1115377"/>
            <a:chOff x="0" y="0"/>
            <a:chExt cx="1115377" cy="1115377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115438" cy="1115438"/>
            </a:xfrm>
            <a:custGeom>
              <a:avLst/>
              <a:gdLst/>
              <a:ahLst/>
              <a:cxnLst/>
              <a:rect l="l" t="t" r="r" b="b"/>
              <a:pathLst>
                <a:path w="1115438" h="1115438">
                  <a:moveTo>
                    <a:pt x="0" y="1115438"/>
                  </a:moveTo>
                  <a:lnTo>
                    <a:pt x="1115438" y="1115438"/>
                  </a:lnTo>
                  <a:lnTo>
                    <a:pt x="111543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sp>
        <p:nvSpPr>
          <p:cNvPr id="20" name="TextBox 20"/>
          <p:cNvSpPr txBox="1"/>
          <p:nvPr/>
        </p:nvSpPr>
        <p:spPr>
          <a:xfrm>
            <a:off x="332455" y="10438604"/>
            <a:ext cx="1248132" cy="2006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39"/>
              </a:lnSpc>
            </a:pPr>
            <a:r>
              <a:rPr lang="en-US" sz="1099" b="1" spc="109" dirty="0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+91 8072193600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2825721" y="10455511"/>
            <a:ext cx="1784985" cy="2006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39"/>
              </a:lnSpc>
            </a:pPr>
            <a:r>
              <a:rPr lang="en-US" sz="1099" b="1" spc="109" dirty="0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www.Coptercode.co.in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5536282" y="10455511"/>
            <a:ext cx="1658898" cy="2006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39"/>
              </a:lnSpc>
            </a:pPr>
            <a:r>
              <a:rPr lang="en-US" sz="1099" b="1" spc="109" dirty="0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hr@coptercode.co.in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5782123" y="1815960"/>
            <a:ext cx="1119188" cy="1581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60"/>
              </a:lnSpc>
            </a:pPr>
            <a:r>
              <a:rPr lang="en-US" sz="900" b="1" spc="9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DATE: &lt;&lt;DATE&gt;&gt;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2439372" y="2143487"/>
            <a:ext cx="2507694" cy="250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944"/>
              </a:lnSpc>
            </a:pPr>
            <a:r>
              <a:rPr lang="en-US" sz="1388" b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 TO WHOM IT MAY CONCERN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2359885" y="1757629"/>
            <a:ext cx="2761297" cy="2574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3"/>
              </a:lnSpc>
            </a:pPr>
            <a:r>
              <a:rPr lang="en-US" sz="1488" b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CERTIFICATE OF INTERNSHIP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253602" y="3437853"/>
            <a:ext cx="7052796" cy="254473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1321"/>
              </a:lnSpc>
            </a:pPr>
            <a:r>
              <a:rPr lang="en-US" sz="1436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Candidate Name:</a:t>
            </a:r>
            <a:r>
              <a:rPr lang="en-US" sz="1436" b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 &lt;&lt;NAME&gt;&gt;</a:t>
            </a:r>
          </a:p>
          <a:p>
            <a:pPr algn="just">
              <a:lnSpc>
                <a:spcPts val="1321"/>
              </a:lnSpc>
            </a:pPr>
            <a:endParaRPr lang="en-US" sz="1436" b="1">
              <a:solidFill>
                <a:srgbClr val="000000"/>
              </a:solidFill>
              <a:latin typeface="Arial Bold"/>
              <a:ea typeface="Arial Bold"/>
              <a:cs typeface="Arial Bold"/>
              <a:sym typeface="Arial Bold"/>
            </a:endParaRPr>
          </a:p>
          <a:p>
            <a:pPr algn="just">
              <a:lnSpc>
                <a:spcPts val="1321"/>
              </a:lnSpc>
            </a:pPr>
            <a:r>
              <a:rPr lang="en-US" sz="1436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Institute Name:</a:t>
            </a:r>
            <a:r>
              <a:rPr lang="en-US" sz="1436" b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 &lt;&lt;INSTITUTION&gt;&gt;</a:t>
            </a:r>
          </a:p>
          <a:p>
            <a:pPr algn="just" rtl="1">
              <a:lnSpc>
                <a:spcPts val="1800"/>
              </a:lnSpc>
            </a:pPr>
            <a:endParaRPr lang="en-US" sz="1436" b="1">
              <a:solidFill>
                <a:srgbClr val="000000"/>
              </a:solidFill>
              <a:latin typeface="Arial Bold"/>
              <a:ea typeface="Arial Bold"/>
              <a:cs typeface="Arial Bold"/>
              <a:sym typeface="Arial Bold"/>
            </a:endParaRPr>
          </a:p>
          <a:p>
            <a:pPr algn="just">
              <a:lnSpc>
                <a:spcPts val="1800"/>
              </a:lnSpc>
            </a:pPr>
            <a:r>
              <a:rPr lang="en-US" sz="1436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This is to notify</a:t>
            </a:r>
            <a:r>
              <a:rPr lang="en-US" sz="1436" b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 &lt;&lt;NAME&gt;&gt;, &lt;&lt;YEAR&gt;&gt;,&lt;&lt;DEPARTMENT&gt;&gt;,</a:t>
            </a:r>
            <a:r>
              <a:rPr lang="en-US" sz="1436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                                          has successfully completed an Internship and Live Project under the Research &amp; Development area </a:t>
            </a:r>
            <a:r>
              <a:rPr lang="en-US" sz="1436" b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"&lt;&lt;DOMAIN&gt;&gt;" in COPTERCODE</a:t>
            </a:r>
          </a:p>
          <a:p>
            <a:pPr algn="just" rtl="1">
              <a:lnSpc>
                <a:spcPts val="1800"/>
              </a:lnSpc>
            </a:pPr>
            <a:endParaRPr lang="en-US" sz="1436" b="1">
              <a:solidFill>
                <a:srgbClr val="000000"/>
              </a:solidFill>
              <a:latin typeface="Arial Bold"/>
              <a:ea typeface="Arial Bold"/>
              <a:cs typeface="Arial Bold"/>
              <a:sym typeface="Arial Bold"/>
            </a:endParaRPr>
          </a:p>
          <a:p>
            <a:pPr algn="just">
              <a:lnSpc>
                <a:spcPts val="1800"/>
              </a:lnSpc>
            </a:pPr>
            <a:r>
              <a:rPr lang="en-US" sz="1436" b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INTERNSHIP &amp; LIVE PROJECT AREA: &lt;&lt;INTERNSHIP &amp; LIVE PROJECT AREA&gt;&gt;</a:t>
            </a:r>
          </a:p>
          <a:p>
            <a:pPr algn="just" rtl="1">
              <a:lnSpc>
                <a:spcPts val="1800"/>
              </a:lnSpc>
            </a:pPr>
            <a:endParaRPr lang="en-US" sz="1436" b="1">
              <a:solidFill>
                <a:srgbClr val="000000"/>
              </a:solidFill>
              <a:latin typeface="Arial Bold"/>
              <a:ea typeface="Arial Bold"/>
              <a:cs typeface="Arial Bold"/>
              <a:sym typeface="Arial Bold"/>
            </a:endParaRPr>
          </a:p>
          <a:p>
            <a:pPr algn="just">
              <a:lnSpc>
                <a:spcPts val="1800"/>
              </a:lnSpc>
            </a:pPr>
            <a:r>
              <a:rPr lang="en-US" sz="1436" spc="27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at COPTERCODE. The INTERNSHIP happened for </a:t>
            </a:r>
            <a:r>
              <a:rPr lang="en-US" sz="1436" b="1" spc="27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&lt;&lt;BATCH &gt;&gt; </a:t>
            </a:r>
            <a:r>
              <a:rPr lang="en-US" sz="1436" spc="27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(regular) at Coptercode.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455714" y="8951995"/>
            <a:ext cx="1721863" cy="10909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25"/>
              </a:lnSpc>
              <a:defRPr/>
            </a:pPr>
            <a:r>
              <a:t>BEST REGARDS,</a:t>
            </a:r>
          </a:p>
          <a:p>
            <a:pPr>
              <a:defRPr/>
            </a:pPr>
            <a:r>
              <a:t>KARTHIKEYAN SUNDHARESAN,</a:t>
            </a:r>
          </a:p>
          <a:p>
            <a:pPr>
              <a:defRPr/>
            </a:pPr>
            <a:r>
              <a:t>HR TEAM HEAD,</a:t>
            </a:r>
          </a:p>
          <a:p>
            <a:pPr>
              <a:defRPr/>
            </a:pPr>
            <a:r>
              <a:t>COPTER CODE.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5536282" y="8772633"/>
            <a:ext cx="7052796" cy="1939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1321"/>
              </a:lnSpc>
            </a:pPr>
            <a:r>
              <a:rPr lang="en-US" sz="1436" b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&lt;&lt;QR&gt;&gt;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133</Words>
  <Application>Microsoft Office PowerPoint</Application>
  <PresentationFormat>Custom</PresentationFormat>
  <Paragraphs>19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 Bold</vt:lpstr>
      <vt:lpstr>Arial</vt:lpstr>
      <vt:lpstr>Calibri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certificate template</dc:title>
  <cp:lastModifiedBy>Rohith Prakasam</cp:lastModifiedBy>
  <cp:revision>2</cp:revision>
  <dcterms:created xsi:type="dcterms:W3CDTF">2006-08-16T00:00:00Z</dcterms:created>
  <dcterms:modified xsi:type="dcterms:W3CDTF">2026-07-11T09:34:39Z</dcterms:modified>
  <dc:identifier>DAHOuFZYPds</dc:identifier>
</cp:coreProperties>
</file>