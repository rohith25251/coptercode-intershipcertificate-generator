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Arial Bold" panose="020B0704020202020204" pitchFamily="3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72" y="-5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91339" y="336032"/>
            <a:ext cx="1187529" cy="1187529"/>
          </a:xfrm>
          <a:custGeom>
            <a:avLst/>
            <a:gdLst/>
            <a:ahLst/>
            <a:cxnLst/>
            <a:rect l="l" t="t" r="r" b="b"/>
            <a:pathLst>
              <a:path w="1187529" h="1187529">
                <a:moveTo>
                  <a:pt x="0" y="0"/>
                </a:moveTo>
                <a:lnTo>
                  <a:pt x="1187530" y="0"/>
                </a:lnTo>
                <a:lnTo>
                  <a:pt x="1187530" y="1187530"/>
                </a:lnTo>
                <a:lnTo>
                  <a:pt x="0" y="118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89619" y="0"/>
            <a:ext cx="473231" cy="390668"/>
            <a:chOff x="0" y="0"/>
            <a:chExt cx="630974" cy="520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936" cy="520954"/>
            </a:xfrm>
            <a:custGeom>
              <a:avLst/>
              <a:gdLst/>
              <a:ahLst/>
              <a:cxnLst/>
              <a:rect l="l" t="t" r="r" b="b"/>
              <a:pathLst>
                <a:path w="630936" h="520954">
                  <a:moveTo>
                    <a:pt x="0" y="0"/>
                  </a:moveTo>
                  <a:lnTo>
                    <a:pt x="630936" y="0"/>
                  </a:lnTo>
                  <a:lnTo>
                    <a:pt x="630936" y="520954"/>
                  </a:lnTo>
                  <a:lnTo>
                    <a:pt x="0" y="520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776" b="-3900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027201" y="407765"/>
            <a:ext cx="1113082" cy="1113082"/>
            <a:chOff x="0" y="0"/>
            <a:chExt cx="1484109" cy="1484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4122" cy="1484122"/>
            </a:xfrm>
            <a:custGeom>
              <a:avLst/>
              <a:gdLst/>
              <a:ahLst/>
              <a:cxnLst/>
              <a:rect l="l" t="t" r="r" b="b"/>
              <a:pathLst>
                <a:path w="1484122" h="1484122">
                  <a:moveTo>
                    <a:pt x="0" y="0"/>
                  </a:moveTo>
                  <a:lnTo>
                    <a:pt x="1484122" y="0"/>
                  </a:lnTo>
                  <a:lnTo>
                    <a:pt x="1484122" y="1484122"/>
                  </a:lnTo>
                  <a:lnTo>
                    <a:pt x="0" y="148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10381326"/>
            <a:ext cx="7565136" cy="317154"/>
            <a:chOff x="0" y="0"/>
            <a:chExt cx="7565136" cy="3171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62850" cy="315208"/>
            </a:xfrm>
            <a:custGeom>
              <a:avLst/>
              <a:gdLst/>
              <a:ahLst/>
              <a:cxnLst/>
              <a:rect l="l" t="t" r="r" b="b"/>
              <a:pathLst>
                <a:path w="7562850" h="315208">
                  <a:moveTo>
                    <a:pt x="0" y="0"/>
                  </a:moveTo>
                  <a:lnTo>
                    <a:pt x="0" y="315208"/>
                  </a:lnTo>
                  <a:lnTo>
                    <a:pt x="7562850" y="315208"/>
                  </a:lnTo>
                  <a:lnTo>
                    <a:pt x="7562850" y="0"/>
                  </a:lnTo>
                  <a:close/>
                </a:path>
              </a:pathLst>
            </a:custGeom>
            <a:solidFill>
              <a:srgbClr val="6A3C2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9213" y="2792338"/>
            <a:ext cx="7562850" cy="5107324"/>
            <a:chOff x="0" y="0"/>
            <a:chExt cx="10083800" cy="6809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83800" cy="6809740"/>
            </a:xfrm>
            <a:custGeom>
              <a:avLst/>
              <a:gdLst/>
              <a:ahLst/>
              <a:cxnLst/>
              <a:rect l="l" t="t" r="r" b="b"/>
              <a:pathLst>
                <a:path w="10083800" h="6809740">
                  <a:moveTo>
                    <a:pt x="0" y="0"/>
                  </a:moveTo>
                  <a:lnTo>
                    <a:pt x="10083800" y="0"/>
                  </a:lnTo>
                  <a:lnTo>
                    <a:pt x="10083800" y="6809740"/>
                  </a:lnTo>
                  <a:lnTo>
                    <a:pt x="0" y="6809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999"/>
              </a:blip>
              <a:stretch>
                <a:fillRect l="-4316" t="-12780" r="-4036" b="-4766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359885" y="2001107"/>
            <a:ext cx="2716692" cy="9525"/>
            <a:chOff x="0" y="0"/>
            <a:chExt cx="2716695" cy="95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16662" cy="9521"/>
            </a:xfrm>
            <a:custGeom>
              <a:avLst/>
              <a:gdLst/>
              <a:ahLst/>
              <a:cxnLst/>
              <a:rect l="l" t="t" r="r" b="b"/>
              <a:pathLst>
                <a:path w="2716662" h="9521">
                  <a:moveTo>
                    <a:pt x="0" y="0"/>
                  </a:moveTo>
                  <a:lnTo>
                    <a:pt x="2716662" y="0"/>
                  </a:lnTo>
                  <a:lnTo>
                    <a:pt x="2716662" y="9521"/>
                  </a:lnTo>
                  <a:lnTo>
                    <a:pt x="0" y="95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473760">
            <a:off x="108461" y="7529322"/>
            <a:ext cx="1696088" cy="1696088"/>
            <a:chOff x="0" y="0"/>
            <a:chExt cx="2261451" cy="22614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1489" cy="2261489"/>
            </a:xfrm>
            <a:custGeom>
              <a:avLst/>
              <a:gdLst/>
              <a:ahLst/>
              <a:cxnLst/>
              <a:rect l="l" t="t" r="r" b="b"/>
              <a:pathLst>
                <a:path w="2261489" h="2261489">
                  <a:moveTo>
                    <a:pt x="2261489" y="0"/>
                  </a:moveTo>
                  <a:lnTo>
                    <a:pt x="0" y="0"/>
                  </a:lnTo>
                  <a:lnTo>
                    <a:pt x="0" y="2261489"/>
                  </a:lnTo>
                  <a:lnTo>
                    <a:pt x="2261489" y="2261489"/>
                  </a:lnTo>
                  <a:lnTo>
                    <a:pt x="2261489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92039" y="8776906"/>
            <a:ext cx="2547280" cy="166345"/>
            <a:chOff x="0" y="0"/>
            <a:chExt cx="2547290" cy="166345"/>
          </a:xfrm>
        </p:grpSpPr>
        <p:sp>
          <p:nvSpPr>
            <p:cNvPr id="16" name="Freeform 16"/>
            <p:cNvSpPr/>
            <p:nvPr/>
          </p:nvSpPr>
          <p:spPr>
            <a:xfrm>
              <a:off x="63627" y="63500"/>
              <a:ext cx="2420118" cy="38100"/>
            </a:xfrm>
            <a:custGeom>
              <a:avLst/>
              <a:gdLst/>
              <a:ahLst/>
              <a:cxnLst/>
              <a:rect l="l" t="t" r="r" b="b"/>
              <a:pathLst>
                <a:path w="2420118" h="38100">
                  <a:moveTo>
                    <a:pt x="0" y="0"/>
                  </a:moveTo>
                  <a:lnTo>
                    <a:pt x="2420118" y="0"/>
                  </a:lnTo>
                  <a:lnTo>
                    <a:pt x="2420118" y="38101"/>
                  </a:lnTo>
                  <a:lnTo>
                    <a:pt x="0" y="38101"/>
                  </a:lnTo>
                  <a:close/>
                </a:path>
              </a:pathLst>
            </a:custGeom>
            <a:solidFill>
              <a:srgbClr val="6A3C2C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3500" y="64770"/>
              <a:ext cx="2419229" cy="38100"/>
            </a:xfrm>
            <a:custGeom>
              <a:avLst/>
              <a:gdLst/>
              <a:ahLst/>
              <a:cxnLst/>
              <a:rect l="l" t="t" r="r" b="b"/>
              <a:pathLst>
                <a:path w="2419229" h="38100">
                  <a:moveTo>
                    <a:pt x="0" y="38101"/>
                  </a:moveTo>
                  <a:lnTo>
                    <a:pt x="2419229" y="38101"/>
                  </a:lnTo>
                  <a:lnTo>
                    <a:pt x="24192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024934" y="412185"/>
            <a:ext cx="1115377" cy="1115377"/>
            <a:chOff x="0" y="0"/>
            <a:chExt cx="1115377" cy="11153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15438" cy="1115438"/>
            </a:xfrm>
            <a:custGeom>
              <a:avLst/>
              <a:gdLst/>
              <a:ahLst/>
              <a:cxnLst/>
              <a:rect l="l" t="t" r="r" b="b"/>
              <a:pathLst>
                <a:path w="1115438" h="1115438">
                  <a:moveTo>
                    <a:pt x="0" y="1115438"/>
                  </a:moveTo>
                  <a:lnTo>
                    <a:pt x="1115438" y="1115438"/>
                  </a:lnTo>
                  <a:lnTo>
                    <a:pt x="11154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332455" y="10438604"/>
            <a:ext cx="1248132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25721" y="10455511"/>
            <a:ext cx="1784985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36282" y="10455511"/>
            <a:ext cx="1658898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2123" y="1815960"/>
            <a:ext cx="1119188" cy="15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DATE: &lt;&lt;DATE&gt;&gt;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39372" y="2143487"/>
            <a:ext cx="2507694" cy="25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TO WHOM IT MAY CONCERN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59885" y="1757629"/>
            <a:ext cx="2761297" cy="25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 OF INTERNSHIP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3602" y="3437853"/>
            <a:ext cx="7052796" cy="254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 Name:</a:t>
            </a: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&lt;&lt;NAME&gt;&gt;</a:t>
            </a:r>
          </a:p>
          <a:p>
            <a:pPr algn="just">
              <a:lnSpc>
                <a:spcPts val="1321"/>
              </a:lnSpc>
            </a:pPr>
            <a:endParaRPr lang="en-US" sz="1436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1321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Institute Name:</a:t>
            </a: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&lt;&lt;INSTITUTION&gt;&gt;</a:t>
            </a:r>
          </a:p>
          <a:p>
            <a:pPr algn="just" rtl="1">
              <a:lnSpc>
                <a:spcPts val="1800"/>
              </a:lnSpc>
            </a:pPr>
            <a:endParaRPr lang="en-US" sz="1436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1800"/>
              </a:lnSpc>
            </a:pP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to notify</a:t>
            </a: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&lt;&lt;NAME&gt;&gt;, &lt;&lt;YEAR&gt;&gt;,&lt;&lt;DEPARTMENT&gt;&gt;,</a:t>
            </a:r>
            <a:r>
              <a:rPr lang="en-US" sz="14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has successfully completed an Internship and Live Project under the Research &amp; Development area </a:t>
            </a: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"&lt;&lt;DOMAIN&gt;&gt;" in COPTERCODE</a:t>
            </a:r>
          </a:p>
          <a:p>
            <a:pPr algn="just" rtl="1">
              <a:lnSpc>
                <a:spcPts val="1800"/>
              </a:lnSpc>
            </a:pPr>
            <a:endParaRPr lang="en-US" sz="1436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1800"/>
              </a:lnSpc>
            </a:pP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INTERNSHIP &amp; LIVE PROJECT AREA: &lt;&lt;INTERNSHIP &amp; LIVE PROJECT AREA&gt;&gt;</a:t>
            </a:r>
          </a:p>
          <a:p>
            <a:pPr algn="just" rtl="1">
              <a:lnSpc>
                <a:spcPts val="1800"/>
              </a:lnSpc>
            </a:pPr>
            <a:endParaRPr lang="en-US" sz="1436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1800"/>
              </a:lnSpc>
            </a:pPr>
            <a:r>
              <a:rPr lang="en-US" sz="1436" spc="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COPTERCODE. The INTERNSHIP happened for </a:t>
            </a:r>
            <a:r>
              <a:rPr lang="en-US" sz="1436" b="1" spc="2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&lt;&lt;BATCH &gt;&gt; </a:t>
            </a:r>
            <a:r>
              <a:rPr lang="en-US" sz="1436" spc="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(regular) at Coptercode.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714" y="8951995"/>
            <a:ext cx="1721863" cy="109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REGARDS,</a:t>
            </a:r>
          </a:p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KARTHIKEYAN SUNDHARESAN, COPTER CODE, hr@coptercode.co.in</a:t>
            </a:r>
          </a:p>
          <a:p>
            <a:pPr algn="l">
              <a:lnSpc>
                <a:spcPts val="1425"/>
              </a:lnSpc>
            </a:pPr>
            <a:r>
              <a:rPr lang="en-US" sz="90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+91 96554 51382 www.Coptercode.co.in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36282" y="8772633"/>
            <a:ext cx="7052796" cy="19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&lt;&lt;QR&gt;&gt;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template</dc:title>
  <cp:lastModifiedBy>Rohith Prakasam</cp:lastModifiedBy>
  <cp:revision>2</cp:revision>
  <dcterms:created xsi:type="dcterms:W3CDTF">2006-08-16T00:00:00Z</dcterms:created>
  <dcterms:modified xsi:type="dcterms:W3CDTF">2026-07-11T09:34:39Z</dcterms:modified>
  <dc:identifier>DAHOuFZYPds</dc:identifier>
</cp:coreProperties>
</file>