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72" y="-51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991339" y="336032"/>
            <a:ext cx="1187529" cy="1187529"/>
          </a:xfrm>
          <a:custGeom>
            <a:avLst/>
            <a:gdLst/>
            <a:ahLst/>
            <a:cxnLst/>
            <a:rect l="l" t="t" r="r" b="b"/>
            <a:pathLst>
              <a:path w="1187529" h="1187529">
                <a:moveTo>
                  <a:pt x="0" y="0"/>
                </a:moveTo>
                <a:lnTo>
                  <a:pt x="1187530" y="0"/>
                </a:lnTo>
                <a:lnTo>
                  <a:pt x="1187530" y="1187530"/>
                </a:lnTo>
                <a:lnTo>
                  <a:pt x="0" y="11875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7089619" y="0"/>
            <a:ext cx="473231" cy="390668"/>
            <a:chOff x="0" y="0"/>
            <a:chExt cx="630974" cy="5208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0936" cy="520954"/>
            </a:xfrm>
            <a:custGeom>
              <a:avLst/>
              <a:gdLst/>
              <a:ahLst/>
              <a:cxnLst/>
              <a:rect l="l" t="t" r="r" b="b"/>
              <a:pathLst>
                <a:path w="630936" h="520954">
                  <a:moveTo>
                    <a:pt x="0" y="0"/>
                  </a:moveTo>
                  <a:lnTo>
                    <a:pt x="630936" y="0"/>
                  </a:lnTo>
                  <a:lnTo>
                    <a:pt x="630936" y="520954"/>
                  </a:lnTo>
                  <a:lnTo>
                    <a:pt x="0" y="5209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4776" b="-39007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6027201" y="407765"/>
            <a:ext cx="1113082" cy="1113082"/>
            <a:chOff x="0" y="0"/>
            <a:chExt cx="1484109" cy="148410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84122" cy="1484122"/>
            </a:xfrm>
            <a:custGeom>
              <a:avLst/>
              <a:gdLst/>
              <a:ahLst/>
              <a:cxnLst/>
              <a:rect l="l" t="t" r="r" b="b"/>
              <a:pathLst>
                <a:path w="1484122" h="1484122">
                  <a:moveTo>
                    <a:pt x="0" y="0"/>
                  </a:moveTo>
                  <a:lnTo>
                    <a:pt x="1484122" y="0"/>
                  </a:lnTo>
                  <a:lnTo>
                    <a:pt x="1484122" y="1484122"/>
                  </a:lnTo>
                  <a:lnTo>
                    <a:pt x="0" y="14841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0" y="10381326"/>
            <a:ext cx="7565136" cy="317154"/>
            <a:chOff x="0" y="0"/>
            <a:chExt cx="7565136" cy="31714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2850" cy="315208"/>
            </a:xfrm>
            <a:custGeom>
              <a:avLst/>
              <a:gdLst/>
              <a:ahLst/>
              <a:cxnLst/>
              <a:rect l="l" t="t" r="r" b="b"/>
              <a:pathLst>
                <a:path w="7562850" h="315208">
                  <a:moveTo>
                    <a:pt x="0" y="0"/>
                  </a:moveTo>
                  <a:lnTo>
                    <a:pt x="0" y="315208"/>
                  </a:lnTo>
                  <a:lnTo>
                    <a:pt x="7562850" y="315208"/>
                  </a:lnTo>
                  <a:lnTo>
                    <a:pt x="7562850" y="0"/>
                  </a:lnTo>
                  <a:close/>
                </a:path>
              </a:pathLst>
            </a:custGeom>
            <a:solidFill>
              <a:srgbClr val="6A3C2C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69213" y="2792338"/>
            <a:ext cx="7562850" cy="5107324"/>
            <a:chOff x="0" y="0"/>
            <a:chExt cx="10083800" cy="68097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083800" cy="6809740"/>
            </a:xfrm>
            <a:custGeom>
              <a:avLst/>
              <a:gdLst/>
              <a:ahLst/>
              <a:cxnLst/>
              <a:rect l="l" t="t" r="r" b="b"/>
              <a:pathLst>
                <a:path w="10083800" h="6809740">
                  <a:moveTo>
                    <a:pt x="0" y="0"/>
                  </a:moveTo>
                  <a:lnTo>
                    <a:pt x="10083800" y="0"/>
                  </a:lnTo>
                  <a:lnTo>
                    <a:pt x="10083800" y="6809740"/>
                  </a:lnTo>
                  <a:lnTo>
                    <a:pt x="0" y="6809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5999"/>
              </a:blip>
              <a:stretch>
                <a:fillRect l="-4316" t="-12780" r="-4036" b="-47668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2359885" y="2001107"/>
            <a:ext cx="2716692" cy="9525"/>
            <a:chOff x="0" y="0"/>
            <a:chExt cx="2716695" cy="95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716662" cy="9521"/>
            </a:xfrm>
            <a:custGeom>
              <a:avLst/>
              <a:gdLst/>
              <a:ahLst/>
              <a:cxnLst/>
              <a:rect l="l" t="t" r="r" b="b"/>
              <a:pathLst>
                <a:path w="2716662" h="9521">
                  <a:moveTo>
                    <a:pt x="0" y="0"/>
                  </a:moveTo>
                  <a:lnTo>
                    <a:pt x="2716662" y="0"/>
                  </a:lnTo>
                  <a:lnTo>
                    <a:pt x="2716662" y="9521"/>
                  </a:lnTo>
                  <a:lnTo>
                    <a:pt x="0" y="9521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id="13" name="Group 13"/>
          <p:cNvGrpSpPr/>
          <p:nvPr/>
        </p:nvGrpSpPr>
        <p:grpSpPr>
          <a:xfrm rot="-473760">
            <a:off x="108461" y="7529322"/>
            <a:ext cx="1696088" cy="1696088"/>
            <a:chOff x="0" y="0"/>
            <a:chExt cx="2261451" cy="226145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61489" cy="2261489"/>
            </a:xfrm>
            <a:custGeom>
              <a:avLst/>
              <a:gdLst/>
              <a:ahLst/>
              <a:cxnLst/>
              <a:rect l="l" t="t" r="r" b="b"/>
              <a:pathLst>
                <a:path w="2261489" h="2261489">
                  <a:moveTo>
                    <a:pt x="2261489" y="0"/>
                  </a:moveTo>
                  <a:lnTo>
                    <a:pt x="0" y="0"/>
                  </a:lnTo>
                  <a:lnTo>
                    <a:pt x="0" y="2261489"/>
                  </a:lnTo>
                  <a:lnTo>
                    <a:pt x="2261489" y="2261489"/>
                  </a:lnTo>
                  <a:lnTo>
                    <a:pt x="2261489" y="0"/>
                  </a:lnTo>
                  <a:close/>
                </a:path>
              </a:pathLst>
            </a:custGeom>
            <a:blipFill>
              <a:blip r:embed="rId6"/>
              <a:stretch>
                <a:fillRect r="1" b="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392039" y="8776906"/>
            <a:ext cx="2547280" cy="166345"/>
            <a:chOff x="0" y="0"/>
            <a:chExt cx="2547290" cy="166345"/>
          </a:xfrm>
        </p:grpSpPr>
        <p:sp>
          <p:nvSpPr>
            <p:cNvPr id="16" name="Freeform 16"/>
            <p:cNvSpPr/>
            <p:nvPr/>
          </p:nvSpPr>
          <p:spPr>
            <a:xfrm>
              <a:off x="63627" y="63500"/>
              <a:ext cx="2420118" cy="38100"/>
            </a:xfrm>
            <a:custGeom>
              <a:avLst/>
              <a:gdLst/>
              <a:ahLst/>
              <a:cxnLst/>
              <a:rect l="l" t="t" r="r" b="b"/>
              <a:pathLst>
                <a:path w="2420118" h="38100">
                  <a:moveTo>
                    <a:pt x="0" y="0"/>
                  </a:moveTo>
                  <a:lnTo>
                    <a:pt x="2420118" y="0"/>
                  </a:lnTo>
                  <a:lnTo>
                    <a:pt x="2420118" y="38101"/>
                  </a:lnTo>
                  <a:lnTo>
                    <a:pt x="0" y="38101"/>
                  </a:lnTo>
                  <a:close/>
                </a:path>
              </a:pathLst>
            </a:custGeom>
            <a:solidFill>
              <a:srgbClr val="6A3C2C"/>
            </a:solidFill>
          </p:spPr>
        </p:sp>
        <p:sp>
          <p:nvSpPr>
            <p:cNvPr id="17" name="Freeform 17"/>
            <p:cNvSpPr/>
            <p:nvPr/>
          </p:nvSpPr>
          <p:spPr>
            <a:xfrm>
              <a:off x="63500" y="64770"/>
              <a:ext cx="2419229" cy="38100"/>
            </a:xfrm>
            <a:custGeom>
              <a:avLst/>
              <a:gdLst/>
              <a:ahLst/>
              <a:cxnLst/>
              <a:rect l="l" t="t" r="r" b="b"/>
              <a:pathLst>
                <a:path w="2419229" h="38100">
                  <a:moveTo>
                    <a:pt x="0" y="38101"/>
                  </a:moveTo>
                  <a:lnTo>
                    <a:pt x="2419229" y="38101"/>
                  </a:lnTo>
                  <a:lnTo>
                    <a:pt x="241922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6024934" y="412185"/>
            <a:ext cx="1115377" cy="1115377"/>
            <a:chOff x="0" y="0"/>
            <a:chExt cx="1115377" cy="111537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115438" cy="1115438"/>
            </a:xfrm>
            <a:custGeom>
              <a:avLst/>
              <a:gdLst/>
              <a:ahLst/>
              <a:cxnLst/>
              <a:rect l="l" t="t" r="r" b="b"/>
              <a:pathLst>
                <a:path w="1115438" h="1115438">
                  <a:moveTo>
                    <a:pt x="0" y="1115438"/>
                  </a:moveTo>
                  <a:lnTo>
                    <a:pt x="1115438" y="1115438"/>
                  </a:lnTo>
                  <a:lnTo>
                    <a:pt x="111543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332455" y="10438604"/>
            <a:ext cx="1248132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825721" y="10455511"/>
            <a:ext cx="1784985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536282" y="10455511"/>
            <a:ext cx="1658898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782123" y="1815960"/>
            <a:ext cx="1119188" cy="158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DATE: &lt;&lt;DATE&gt;&gt;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39372" y="2143487"/>
            <a:ext cx="2507694" cy="250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3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TO WHOM IT MAY CONCERN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359885" y="1757629"/>
            <a:ext cx="2761297" cy="257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3"/>
              </a:lnSpc>
            </a:pPr>
            <a:r>
              <a:rPr lang="en-US" sz="14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CERTIFICATE OF INTERNSHIP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53602" y="3437853"/>
            <a:ext cx="7052796" cy="25447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Candidate Name: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</a:t>
            </a:r>
          </a:p>
          <a:p>
            <a:pPr algn="just">
              <a:lnSpc>
                <a:spcPts val="1321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321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Institute Name: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&lt;&lt;INSTITUTION&gt;&gt;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is to notify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&lt;&lt;NAME&gt;&gt;, &lt;&lt;YEAR&gt;&gt;,&lt;&lt;DEPARTMENT&gt;&gt;,</a:t>
            </a:r>
            <a:r>
              <a:rPr lang="en-US" sz="14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has successfully completed an Internship and Live Project under the Research &amp; Development area </a:t>
            </a: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"&lt;&lt;DOMAIN&gt;&gt;" in COPTERCODE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INTERNSHIP &amp; LIVE PROJECT AREA: &lt;&lt;INTERNSHIP &amp; LIVE PROJECT AREA&gt;&gt;</a:t>
            </a:r>
          </a:p>
          <a:p>
            <a:pPr algn="just" rtl="1">
              <a:lnSpc>
                <a:spcPts val="1800"/>
              </a:lnSpc>
            </a:pPr>
            <a:endParaRPr lang="en-US" sz="1436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800"/>
              </a:lnSpc>
            </a:pPr>
            <a:r>
              <a:rPr lang="en-US" sz="1436" spc="2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COPTERCODE. The INTERNSHIP happened for </a:t>
            </a:r>
            <a:r>
              <a:rPr lang="en-US" sz="1436" b="1" spc="2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&lt;&lt;BATCH &gt;&gt; </a:t>
            </a:r>
            <a:r>
              <a:rPr lang="en-US" sz="1436" spc="2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(regular) at Coptercode.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55714" y="8814835"/>
            <a:ext cx="1721863" cy="1090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5"/>
              </a:lnSpc>
              <a:defRPr/>
            </a:pPr>
            <a:r>
              <a:t>BEST REGARDS,</a:t>
            </a:r>
          </a:p>
          <a:p>
            <a:pPr>
              <a:defRPr/>
            </a:pPr>
            <a:r>
              <a:t>KARTHIKEYAN SUNDHARESAN,</a:t>
            </a:r>
          </a:p>
          <a:p>
            <a:pPr>
              <a:defRPr/>
            </a:pPr>
            <a:r>
              <a:t>HR TEAM HEAD,</a:t>
            </a:r>
          </a:p>
          <a:p>
            <a:pPr>
              <a:defRPr/>
            </a:pPr>
            <a:r>
              <a:t>COPTER CODE.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536282" y="8772633"/>
            <a:ext cx="7052796" cy="193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&lt;&lt;QR&gt;&gt;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template</dc:title>
  <cp:lastModifiedBy>Rohith Prakasam</cp:lastModifiedBy>
  <cp:revision>2</cp:revision>
  <dcterms:created xsi:type="dcterms:W3CDTF">2006-08-16T00:00:00Z</dcterms:created>
  <dcterms:modified xsi:type="dcterms:W3CDTF">2026-07-11T09:34:39Z</dcterms:modified>
  <dc:identifier>DAHOuFZYPds</dc:identifier>
</cp:coreProperties>
</file>